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一句話重點：整套系統已經在電腦模擬裡建好並測試過，接下來要搬到實機。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但官方檔不能直接模擬，我們找到並修正了幾個問題：關節名稱打錯、各腿旋轉方向不一致、左右重量不對稱、碰撞形狀會讓模擬器崩潰。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這是投影片第一頁的場景：機器狗從左邊出發，目標在右上角。</a:t>
            </a:r>
          </a:p>
          <a:p>
            <a:r>
              <a:t>藍線是機器狗實際走過的路：先往上繞過長方塊，再從中間穿過，最後到右上角。</a:t>
            </a:r>
          </a:p>
          <a:p>
            <a:r>
              <a:t>點線是機器狗自己用 LiDAR 畫出的地圖，和灰色的真實障礙物大致對得上，偏差約 0.2 公尺——這就是定位誤差，後面會再提到。</a:t>
            </a:r>
          </a:p>
          <a:p>
            <a:r>
              <a:t>結果：走了 14.4 公尺，約 143 秒到達，最後離目標只差 7 公分。</a:t>
            </a:r>
          </a:p>
          <a:p>
            <a:r>
              <a:t>（備註：導航程式在 150 秒時限內還在做最後的方向對齊，所以正式狀態記為逾時，但位置已經到了。）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結果四個數字都大幅改善，速度反而變快五倍。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這是比較嚴格的測試：同一場地連續走 7 個目標點，每段限時 150 秒，用模擬器的真實位置評分。</a:t>
            </a:r>
          </a:p>
          <a:p>
            <a:r>
              <a:t>「控制器回報完成」是導航程式自己認為到了；「真的到達」是實際離目標 35 公分以內。兩者的落差主要來自定位誤差。</a:t>
            </a:r>
          </a:p>
          <a:p>
            <a:r>
              <a:t>要誠實說：主任務成功了，但連續多點的到達率還不高。原因是 S1 走得慢（約 0.13 m/s），大場地常常 150 秒內走不完，而且跑久了定位誤差會累積。</a:t>
            </a:r>
          </a:p>
          <a:p>
            <a:r>
              <a:t>強化學習速度快，但在窄通道擦碰比較多。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左邊是目前的限制，右邊是對應的下一步。</a:t>
            </a:r>
          </a:p>
          <a:p>
            <a:r>
              <a:t>最重要的是第一項：上實機。模擬裡的速度、晃動、重量都需要用實機重新量，例如官方模型的總重只有 0.6 公斤，可能沒算進電池。</a:t>
            </a:r>
          </a:p>
          <a:p>
            <a:r>
              <a:t>地面點過濾和安全濾波都可以直接搬到實機的樹莓派上用。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外觀、尺寸、質量都沿用 Yahboom 官方模型，只修正無法模擬的地方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官方模型（站立姿勢）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左右重量對稱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官方右側髖部只有左側一半重，左轉時機身傾斜 30°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主任務成果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在投影片的障礙物場景中，機器狗自己繞過障礙物走到右上角目標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48840"/>
            <a:ext cx="6543040" cy="4206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最終位置誤差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143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到達時間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14.4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實際走過的路徑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使用 Nav2 RPP 控制器；模擬器記錄的真實位置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 S1 模型）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連續走 7 個目標點：主任務做到了，但整體到達率還不高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 DWB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最少碰撞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 RPP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完成主任務（誤差 4–7 cm）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強化學習（PPO）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最快，但窄通道易擦碰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到達率偏低的原因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走得慢：S1 約 0.13 m/s，轉彎時更慢，大場地的長路段常在 150 秒內走不完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定位誤差會累積：長時間運行後 SLAM 誤差可達 1 m 以上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強化學習還沒針對窄通道訓練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模擬已經把系統做通，接下來提高可靠度並搬到實機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走得慢（約 0.13 m/s），長路段常逾時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長時間運行後定位誤差會累積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強化學習在窄通道擦碰多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部署到實機（樹莓派），重測速度與晃動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依路段長度調整時限、改善長時間 SLAM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針對窄通道重新訓練強化學習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實機與模擬結果對照，回頭修正模型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