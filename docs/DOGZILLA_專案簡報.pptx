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這是新的預設測試場地，比投影片第一頁的場景難很多。</a:t>
            </a:r>
          </a:p>
          <a:p>
            <a:r>
              <a:t>機器狗從左邊出發，要先往下繞過第一道牆、再往上繞過第二道牆（牆和圍牆之間的缺口寬 1.2 公尺），穿過只有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另外還有兩個場地：一個是 21 根柱子交錯排列的密集障礙物場地；一個是照一篇四足機器人路徑規劃論文的地圖建的，10 公尺見方，有 16 塊障礙物和論文裡提到的 L 形陷阱。</a:t>
            </a:r>
          </a:p>
          <a:p>
            <a:r>
              <a:t>場地都定義在同一個檔案裡，要加新場地只要加一段定義、跑一個指令。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這頁是目前的狀況，不是成果。同一場地連續走 7 個目標點，用模擬器的真實位置評分。</a:t>
            </a:r>
          </a:p>
          <a:p>
            <a:r>
              <a:t>「控制器回報完成」是導航程式自己認為到了；「真的到達」是實際離目標 35 公分以內。兩者的落差來自定位誤差。</a:t>
            </a:r>
          </a:p>
          <a:p>
            <a:r>
              <a:t>傳統的 Nav2 方法在這隻機器狗的步態下走不好：走得慢、走走停停，定位誤差越走越大。</a:t>
            </a:r>
          </a:p>
          <a:p>
            <a:r>
              <a:t>強化學習這邊，環境和程式都備好了，但沒有附訓練過的策略。訓練出能通過這些場地的策略，就是接下來的工作。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左邊是目前的限制，右邊是接下來要做的事，全部都只需要模擬。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測試場地：比投影片場景更難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預設場地：蛇行繞過兩道長牆、穿過 0.6 m 的門口、門後還有死巷；連續走 7 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最窄的門口（長牆旁的缺口 1.2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11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新場地：窄通道、密集柱子、論文地圖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圖為預設場地 corridor；另有 clutter（21 根柱子）與照論文 Fig. 4 建的 10 m × 10 m 地圖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避障測試：目前的狀況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環境與評分程式已備好；傳統方法走不好，強化學習的策略還沒有訓練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場地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投影片場景：Nav2 RPP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走走停停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投影片場景：Nav2 DWB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同上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傳統方法（Nav2）在這種步態下走得慢、走走停停，定位誤差累積到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強化學習：訓練環境、訓練程式、部署節點都有，但沒有附訓練過的策略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各為單次執行；用模擬器的真實位置評分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模型與整條流程已經備好，接下來把避障練好（只需要模擬）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強化學習的避障策略還沒有訓練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訓練避障策略（加入窄門口、柱子的場景）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