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一句話重點：整套系統已經在電腦模擬裡建好並測試過，接下來要搬到實機。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這是新的預設測試場地，比投影片第一頁的場景難很多。</a:t>
            </a:r>
          </a:p>
          <a:p>
            <a:r>
              <a:t>機器狗從左邊出發，要先往下繞過第一道牆、再往上繞過第二道牆（牆和圍牆之間的缺口寬 1.2 公尺），穿過只有 60 公分寬的門口，門後面還有一個死巷，第一個目標就在死巷的正後方。</a:t>
            </a:r>
          </a:p>
          <a:p>
            <a:r>
              <a:t>圖上的數字是 7 個目標點的順序，走完一個接著走下一個，全部用模擬器的真實位置評分。</a:t>
            </a:r>
          </a:p>
          <a:p>
            <a:r>
              <a:t>藍線是目前附的初期策略走的路：只訓練了 10 萬步，走得不穩，在第一個缺口前猶豫很久，之後一直卡在 60 公分的門口前過不去，7 個目標只到 3 個。</a:t>
            </a:r>
          </a:p>
          <a:p>
            <a:r>
              <a:t>另外還有兩個場地：一個是 21 根柱子交錯排列的密集障礙物場地；一個是照一篇四足機器人路徑規劃論文的地圖建的，10 公尺見方，有 16 塊障礙物和論文裡提到的 L 形陷阱。</a:t>
            </a:r>
          </a:p>
          <a:p>
            <a:r>
              <a:t>場地都定義在同一個檔案裡，要加新場地只要加一段定義、跑一個指令。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這頁是目前的狀況，不是成果。同一場地連續走 7 個目標點，用模擬器的真實位置評分。</a:t>
            </a:r>
          </a:p>
          <a:p>
            <a:r>
              <a:t>「控制器回報完成」是導航程式自己認為到了；「真的到達」是實際離目標 35 公分以內。兩者的落差來自定位誤差。</a:t>
            </a:r>
          </a:p>
          <a:p>
            <a:r>
              <a:t>傳統的 Nav2 方法在這隻機器狗的步態下走不好：走得慢、走走停停，定位誤差越走越大。</a:t>
            </a:r>
          </a:p>
          <a:p>
            <a:r>
              <a:t>強化學習這邊，附的是只訓練 10 萬步的初期策略。因為有安全保護，它不會撞牆，但走得不穩，常卡在牆角或門口前。把它練到能通過這些場地，就是接下來的工作。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左邊是目前的限制，右邊是接下來要做的事，全部都只需要模擬。</a:t>
            </a:r>
          </a:p>
          <a:p>
            <a:r>
              <a:t>訓練用的是一個簡化的平面環境，幾分鐘就能跑幾十萬步；裡面的隨機場景目前沒有 60 公分的窄門口和密集柱子，這是第一個要補的。</a:t>
            </a:r>
          </a:p>
          <a:p>
            <a:r>
              <a:t>平面環境裡表現好，不代表放進 Gazebo 也好：機身會晃、定位有誤差、還會翻倒，所以每次都要放進 Gazebo 跑 7 點測試。</a:t>
            </a:r>
          </a:p>
          <a:p>
            <a:r>
              <a:t>之前幾輪訓練的經驗都寫在技術文件裡，例如速度上限為什麼是每秒 15 公分。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測試場地：比投影片場景更難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預設場地：蛇行繞過兩道長牆、穿過 0.6 m 的門口、門後還有死巷；連續走 7 個目標點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39985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最窄的門口（長牆旁的缺口 1.2 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11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第 1 段要蛇行走的距離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3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初期的強化學習策略到達的目標數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藍線：初期策略（只訓練 10 萬步）走過的路徑，卡在 0.6 m 的門口前。另有密集柱子與論文地圖兩個場地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避障測試：目前的狀況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環境與評分程式已備好；強化學習只有初期版本，走不穩、會卡在牆角，是接下來的工作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場地 / 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窄通道：強化學習（初期）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過不了 0.6 m 的門口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密集柱子：強化學習（初期）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卡在柱子之間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窄通道：Nav2 RPP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中途放棄，定位誤差大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傳統方法（Nav2）在這種步態下走得慢、走走停停，定位誤差累積到 1 m 以上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強化學習的初期策略只訓練 10 萬步：不會撞牆，但走不穩、卡在牆角或門口前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各為單次執行；用模擬器的真實位置評分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模型與整條流程已經備好，接下來把避障練好（只需要模擬）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強化學習只有初期版本：走不穩、會卡在牆角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訓練避障策略（加入窄門口、柱子的場景）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調整獎勵，讓策略學會對準門口再通過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每次都放進 Gazebo 跑 7 點測試，重跑確認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