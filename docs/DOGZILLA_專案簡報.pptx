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8" r:id="rId20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開場：今天報告 Project 3——讓 DOGZILLA S1 機器狗加裝 LiDAR 後，自己繞過障礙物走到目標點。</a:t>
            </a:r>
          </a:p>
          <a:p>
            <a:r>
              <a:t>一句話重點：整套系統已經在電腦模擬裡建好並測試過，接下來要搬到實機。</a:t>
            </a:r>
          </a:p>
          <a:p>
            <a:r>
              <a:t>右邊是 Yahboom 官方提供的 S1 模型，我們的模擬就是用這個模型。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原本的 DOGZILLA 只會照遙控指令走，看不到障礙物。</a:t>
            </a:r>
          </a:p>
          <a:p>
            <a:r>
              <a:t>我們的兩個目標：自己避開障礙物、自己走到目標點。</a:t>
            </a:r>
          </a:p>
          <a:p>
            <a:r>
              <a:t>做法是在機器狗背上加一顆 LiDAR，用它量周圍的距離。</a:t>
            </a:r>
          </a:p>
          <a:p>
            <a:r>
              <a:t>右圖是實機（從上往下拍），機身長約 21 公分，有 12 個關節。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照投影片的 Software Pipeline 講，一格一格往右：</a:t>
            </a:r>
          </a:p>
          <a:p>
            <a:r>
              <a:t>1 感知：LiDAR 每秒掃描 10 次周圍 360 度的距離。</a:t>
            </a:r>
          </a:p>
          <a:p>
            <a:r>
              <a:t>2 SLAM：一邊走一邊畫地圖，同時知道自己在哪。</a:t>
            </a:r>
          </a:p>
          <a:p>
            <a:r>
              <a:t>3 路徑規劃：在地圖上算出避開障礙物的路線。</a:t>
            </a:r>
          </a:p>
          <a:p>
            <a:r>
              <a:t>4 避障控制：沿路線走、遇到東西即時閃避；我們比較了傳統演算法和強化學習兩種。</a:t>
            </a:r>
          </a:p>
          <a:p>
            <a:r>
              <a:t>5 運動控制：把「前進、轉彎」變成 12 個關節的動作。</a:t>
            </a:r>
          </a:p>
          <a:p>
            <a:r>
              <a:t>下面兩格灰色是我們額外加的安全機制，後面會講為什麼需要。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為什麼不直接上實機？三個原因：只有一台、舵機力氣小撞了容易壞、而且模擬可以量到實機量不到的東西。</a:t>
            </a:r>
          </a:p>
          <a:p>
            <a:r>
              <a:t>例如模擬裡知道機器狗的「真實位置」，可以客觀算出 SLAM 定位錯了多少。</a:t>
            </a:r>
          </a:p>
          <a:p>
            <a:r>
              <a:t>右邊是模擬環境用到的工具，全部包在 Docker 裡，別台電腦下幾個指令就能重現。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模擬的準確度取決於模型。我們用的是 Yahboom 官方的 S1 模型（SolidWorks 1:1 匯出），尺寸和官方運動學參數一致。</a:t>
            </a:r>
          </a:p>
          <a:p>
            <a:r>
              <a:t>但官方檔不能直接模擬，我們找到並修正了幾個問題：關節名稱打錯、各腿旋轉方向不一致、碰撞形狀會讓模擬器崩潰。</a:t>
            </a:r>
          </a:p>
          <a:p>
            <a:r>
              <a:t>重量也改了：官方檔的本體只有約 0.6 公斤，實機秤起來是 870 到 880 公克，所以把各部位等比例放大到 875 公克，再加上 45 公克的 LiDAR，總共 920 公克。</a:t>
            </a:r>
          </a:p>
          <a:p>
            <a:r>
              <a:t>修正由程式自動完成，每一項都有紀錄，不是手動亂改。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這是新的預設測試場地，比投影片第一頁的場景難很多。</a:t>
            </a:r>
          </a:p>
          <a:p>
            <a:r>
              <a:t>機器狗從左邊出發，要先往下繞過第一道牆、再往上繞過第二道牆，穿過只有 60 公分寬的門口，門後面還有一個死巷，第一個目標就在死巷的正後方。</a:t>
            </a:r>
          </a:p>
          <a:p>
            <a:r>
              <a:t>圖上的數字是 7 個目標點的順序，走完一個接著走下一個，全部用模擬器的真實位置評分。</a:t>
            </a:r>
          </a:p>
          <a:p>
            <a:r>
              <a:t>藍線是目前附的基準策略走的路：它只訓練了 10 萬步，卡在第一道牆的缺口前面，240 秒內走不出第一個房間。到達的兩個目標，是剛好就在起點旁邊的那兩個。</a:t>
            </a:r>
          </a:p>
          <a:p>
            <a:r>
              <a:t>另外還有一個密集柱子的場地（clutter），21 根柱子交錯排列，沒有一條直線可以走。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這頁是專案最有內容的地方，挑兩三個講就好：</a:t>
            </a:r>
          </a:p>
          <a:p>
            <a:r>
              <a:t>晃動：舵機力氣小、腿很輕，控制器在最大力量兩端來回震盪，重新調參數後晃動剩原本的四分之一。</a:t>
            </a:r>
          </a:p>
          <a:p>
            <a:r>
              <a:t>看到假障礙物：四足走路時機身前後晃，LiDAR 會掃到地板，我們用 IMU 量到的傾角把這些點濾掉。</a:t>
            </a:r>
          </a:p>
          <a:p>
            <a:r>
              <a:t>翻倒：導航程式下「快速前進＋左右急轉」，這種步態做不到，就翻了；加了安全濾波後就沒再翻。</a:t>
            </a:r>
          </a:p>
          <a:p>
            <a:r>
              <a:t>強調：這些都是在模擬裡先發現的，省下了實機試錯的風險。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這頁是上一次被提出的問題：機器狗走路太晃。</a:t>
            </a:r>
          </a:p>
          <a:p>
            <a:r>
              <a:t>原因：膝關節有六到七成的時間都在出最大力，但其實位置誤差很小——代表控制器在兩個極端來回震盪。</a:t>
            </a:r>
          </a:p>
          <a:p>
            <a:r>
              <a:t>我們改了控制頻率、阻尼，並用程式自動掃描了十幾組步態參數，挑出最穩的一組。</a:t>
            </a:r>
          </a:p>
          <a:p>
            <a:r>
              <a:t>這四個數字是模型還用官方質量（625 公克）時量的。後來改成實機重量 920 公克，重新調整關節參數後，晃動約 2.5 度、最大傾斜約 5 度，仍然穩。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這是目前的起點，不是成果。同一場地連續走 7 個目標點，用模擬器的真實位置評分。</a:t>
            </a:r>
          </a:p>
          <a:p>
            <a:r>
              <a:t>強化學習這邊，附的只是一份訓練 10 萬步的基準策略。因為有安全保護，它不會撞牆，但常常卡在缺口或柱子前面，在時限內走不到。</a:t>
            </a:r>
          </a:p>
          <a:p>
            <a:r>
              <a:t>傳統的 Nav2 方法在這個場地也過不了。</a:t>
            </a:r>
          </a:p>
          <a:p>
            <a:r>
              <a:t>所以接下來的工作很明確：把強化學習練到能通過這兩個場地，7 個目標都到、不擦碰、不翻倒，而且重跑幾次都一樣。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左邊是目前的限制，右邊是接下來要做的事，全部都只需要模擬。</a:t>
            </a:r>
          </a:p>
          <a:p>
            <a:r>
              <a:t>訓練用的是一個簡化的平面環境，幾分鐘就能跑幾十萬步；裡面的隨機場景目前沒有 60 公分的窄門口和密集柱子，這是第一個要補的。</a:t>
            </a:r>
          </a:p>
          <a:p>
            <a:r>
              <a:t>平面環境裡表現好，不代表放進 Gazebo 也好：機身會晃、定位有誤差、還會翻倒，所以每次都要放進 Gazebo 跑 7 點測試。</a:t>
            </a:r>
          </a:p>
          <a:p>
            <a:r>
              <a:t>之前幾輪訓練的經驗都寫在技術文件裡，例如速度上限為什麼是每秒 15 公分。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現場展示的步驟（建議報告前先開好，因為第一次建映像要十幾分鐘）：</a:t>
            </a:r>
          </a:p>
          <a:p>
            <a:r>
              <a:t>1 打開終端機，進到 sim_env 資料夾。</a:t>
            </a:r>
          </a:p>
          <a:p>
            <a:r>
              <a:t>2 第一次才需要：./run.sh build 和 ./run.sh colcon。</a:t>
            </a:r>
          </a:p>
          <a:p>
            <a:r>
              <a:t>3 ./run.sh sim 啟動，等大約 30 秒，Gazebo 和 RViz 兩個視窗會跳出來。</a:t>
            </a:r>
          </a:p>
          <a:p>
            <a:r>
              <a:t>4 在 RViz 上方工具列按「2D Goal Pose」，在地圖上空白處點一下，機器狗就會開始走。</a:t>
            </a:r>
          </a:p>
          <a:p>
            <a:r>
              <a:t>5 結束時 ./run.sh stop。</a:t>
            </a:r>
          </a:p>
          <a:p>
            <a:r>
              <a:t>想展示強化學習：改成 ./run.sh sim rl。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最後介紹資料夾：第一個要看的是最外層的 README，白話介紹在 docs/專案說明.md，技術細節在 sim_env/README.md。</a:t>
            </a:r>
          </a:p>
          <a:p>
            <a:r>
              <a:t>原廠資料都放在 vendor/，完全沒有修改。</a:t>
            </a:r>
          </a:p>
          <a:p>
            <a:r>
              <a:t>然後開放提問。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加裝的 LiDAR 有 45 公克，裝在機身上方，位置會影響走路穩不穩。</a:t>
            </a:r>
          </a:p>
          <a:p>
            <a:r>
              <a:t>我們在模擬裡把 LiDAR 放在 8 個前後位置，每個位置都實際走一遍：前進、原地轉、邊走邊轉，量機身晃動。</a:t>
            </a:r>
          </a:p>
          <a:p>
            <a:r>
              <a:t>結果很清楚：放在官方位置或更前面，走路會大幅晃動甚至翻倒；往後 4 到 8.6 公分都穩。我們取中間的 6 公分，裝的時候差一兩公分也不影響。</a:t>
            </a:r>
          </a:p>
          <a:p>
            <a:r>
              <a:t>要誠實說：為什麼往後比較穩，我們還沒查明。靜態質心在各位置只差約 6 公釐，解釋不了。這是實測的結果。</a:t>
            </a:r>
          </a:p>
          <a:p>
            <a:r>
              <a:t>實機安裝時，這個位置在機身後段較低的平台上方，需要一個大約 3.2 公分高的支架，讓 LiDAR 的掃描平面高過相機。</a:t>
            </a:r>
          </a:p>
          <a:p>
            <a:r>
              <a:t>另外，加重之後原本的關節控制參數撐不住，重新調整後才穩。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73152" cy="1600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603504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DOGZILLA S1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2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四足機器狗自主避障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模擬環境建置與成果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585216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Autonomous Obstacle Avoidance for a Quadruped Robot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LiDAR · SLAM · Nav2 · 強化學習 · Gazebo 模擬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4480560"/>
            <a:ext cx="5303519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4617720"/>
            <a:ext cx="54864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Team Leader：Anny（許雅倪）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2026 年 10 月</a:t>
            </a:r>
          </a:p>
        </p:txBody>
      </p:sp>
      <p:pic>
        <p:nvPicPr>
          <p:cNvPr id="9" name="Picture 8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051560"/>
            <a:ext cx="5249278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20840" y="5349240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Yahboom 官方 DOGZILLA S1 模型（站立姿勢）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專案目標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讓機器狗自己看見障礙物、自己走到目的地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43200"/>
            <a:ext cx="539496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自己避開障礙物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自己走到指定的目標點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56692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預期成果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114800"/>
            <a:ext cx="539496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機器狗用新加裝的 LiDAR 偵測障礙物，自己規劃路線走到目標，途中繞過擋在路上的東西。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257800"/>
            <a:ext cx="5669280" cy="8686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330952"/>
            <a:ext cx="534924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硬體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DOGZILLA S1：12 個舵機（每顆 0.44 N·m）、Raspberry Pi 4B、IMU、相機，另加裝 LiDAR</a:t>
            </a:r>
          </a:p>
        </p:txBody>
      </p:sp>
      <p:pic>
        <p:nvPicPr>
          <p:cNvPr id="16" name="Picture 15" descr="DOGZILLA照片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286000"/>
            <a:ext cx="4937760" cy="34726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675120" y="5833872"/>
            <a:ext cx="49377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DOGZILLA S1 實機（俯視）與遙控手把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系統架構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從「看見」到「走路」的五個步驟，各步驟之間用 ROS 2 話題傳遞資料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  感知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每秒 10 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360° 距離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25496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  建圖與定位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6936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SLAM Toolbox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6936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畫地圖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知道自己在哪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2352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  路徑規劃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02352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Nav2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792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算出避開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障礙物的路線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23176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  避障控制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79208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70648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DWB · RPP · 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沿路線前進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即時閃避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00032" y="3794760"/>
            <a:ext cx="228600" cy="0"/>
          </a:xfrm>
          <a:prstGeom prst="line">
            <a:avLst/>
          </a:prstGeom>
          <a:ln w="19050">
            <a:solidFill>
              <a:srgbClr val="7A79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2514600"/>
            <a:ext cx="199339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  運動控制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6064" y="3017520"/>
            <a:ext cx="1993392" cy="1600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47504" y="3136392"/>
            <a:ext cx="181051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CHAMP 步態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47504" y="3538728"/>
            <a:ext cx="1810512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指令 → 12 個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關節動作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地面點過濾（1 → 2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依 IMU 傾角，濾掉 LiDAR 因機身晃動而打到地面的點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892040"/>
            <a:ext cx="3657600" cy="868680"/>
          </a:xfrm>
          <a:prstGeom prst="rect">
            <a:avLst/>
          </a:prstGeom>
          <a:solidFill>
            <a:srgbClr val="F4F4F2"/>
          </a:solidFill>
          <a:ln w="9525">
            <a:solidFill>
              <a:srgbClr val="C8C7C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60920" y="4965192"/>
            <a:ext cx="338328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運動安全濾波（4 → 5 之間）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轉彎時自動降速、限制急轉，避免機器狗翻倒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2679192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9052560" y="3931920"/>
            <a:ext cx="0" cy="960120"/>
          </a:xfrm>
          <a:prstGeom prst="line">
            <a:avLst/>
          </a:prstGeom>
          <a:ln w="15875">
            <a:solidFill>
              <a:srgbClr val="C8C7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灰色兩格為本專案額外加入的安全機制（實機一樣適用）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為什麼先做模擬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實機只有一台、舵機力氣小，先在電腦裡把整套流程做對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模擬的好處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21208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實機只有一台，撞到、翻倒容易損壞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可以重複同樣的測試、自動跑上百次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知道「真實位置」，能客觀量出定位誤差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問題先在模擬裡找到並解決，再上實機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2377440"/>
          <a:ext cx="5330952" cy="33649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33192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使用的工具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Gazebo 11（物理與感測器模擬）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機器人框架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ROS 2 Humble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建圖與定位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SLAM Toolbox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路徑規劃與避障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Nav2（DWB、RPP 控制器）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強化學習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PPO（Stable-Baselines3）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步態控制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CHAMP（四足步態）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執行環境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Docker（一行指令重現）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機器狗模型：官方 DOGZILLA S1 URDF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外觀、尺寸沿用 Yahboom 官方模型；重量改成實機秤重，並修正無法模擬的地方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331720"/>
            <a:ext cx="4165188" cy="3337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76072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模擬用模型（站立姿勢）：LiDAR 在採用的位置，支架為示意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29200" y="2286000"/>
          <a:ext cx="6611112" cy="30083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416552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為了模擬做的修正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關節名稱修正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官方把左前膝關節命名錯誤，控制器找不到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關節旋轉方向統一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各腿正負號不一致，步態會亂掉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總重改為實機 875 g + LiDAR 45 g；右髖補成與左側同重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碰撞形狀簡化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原本的網格碰撞會讓模擬器崩潰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舵機規格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扭力上限設為實機的 0.44 N·m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加裝感測器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補上 LiDAR、IMU 與控制器介面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0" y="5440680"/>
            <a:ext cx="661111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尺寸與官方運動學參數一致：前後髖距 150 mm、大腿 60 mm、兩側腳掌間距約 107 mm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LiDAR 安裝位置：比官方位置往後 4 cm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在模擬中把 LiDAR 放在 8 個前後位置各走一遍，選出對行走影響最小的位置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6</a:t>
            </a:r>
          </a:p>
        </p:txBody>
      </p:sp>
      <p:pic>
        <p:nvPicPr>
          <p:cNvPr id="10" name="Picture 9" descr="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4343400" cy="34878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側視示意圖（右邊是機頭），圓點是測試過的 LiDAR 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30368"/>
            <a:ext cx="6611112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晃動為機身傾斜的 RMS；每個位置重啟模擬量 2–6 次。各位置的靜態質心只差約 6 mm，解釋不了這個差異，位置是實測選出來的。採用位置在機身後段較低的平台上方，實機需要約 32 mm 高的支架。</a:t>
            </a:r>
          </a:p>
        </p:txBody>
      </p:sp>
      <p:graphicFrame>
        <p:nvGraphicFramePr>
          <p:cNvPr id="14" name="Table 11"/>
          <p:cNvGraphicFramePr>
            <a:graphicFrameLocks noGrp="1"/>
          </p:cNvGraphicFramePr>
          <p:nvPr/>
        </p:nvGraphicFramePr>
        <p:xfrm>
          <a:off x="5029200" y="2286000"/>
          <a:ext cx="6611111" cy="2779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1874519"/>
                <a:gridCol w="822960"/>
                <a:gridCol w="1719072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前後位置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前進晃動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最大傾斜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30 mm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166°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一走就翻倒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往前 4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3.1°，一次 19.7°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67°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0392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第二次量測時翻倒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官方位置（往後 17 mm）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2.5–3.1°，一次 10.0°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28°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4 次有 1 次大幅晃動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40 mm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1.7–2.5°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11°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60 mm（採用）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2.2–2.8°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5.3°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549D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穩，6 次都沒有異常</a:t>
                      </a:r>
                    </a:p>
                  </a:txBody>
                  <a:tcPr marL="73152" marR="73152" marT="36576" marB="36576" anchor="ctr">
                    <a:solidFill>
                      <a:srgbClr val="E6EE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往後 86 mm（貼齊機尾）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2.2–2.7°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5.0°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穩，後腿負擔較重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不裝 LiDAR（對照）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1.8–1.9°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5.9°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測試場地：比投影片場景更難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蛇行的窄通道、0.6 m 的門口、門後的死巷；機器狗要連續走到 7 個目標點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</a:t>
            </a:r>
          </a:p>
        </p:txBody>
      </p:sp>
      <p:pic>
        <p:nvPicPr>
          <p:cNvPr id="10" name="Picture 9" descr="trajec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6543040" cy="39985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35240" y="2331720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19" y="2404872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0.6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19" y="2990087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最窄的門口（缺口 0.85 m）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3538728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3611880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12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19" y="4197096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第 1 段要蛇行走的距離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4745736"/>
            <a:ext cx="4005072" cy="105156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19" y="4818888"/>
            <a:ext cx="365760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2</a:t>
            </a:r>
            <a:r>
              <a:rPr sz="1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 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19" y="5404103"/>
            <a:ext cx="36576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目前基準策略到達的目標數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943600"/>
            <a:ext cx="40050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藍線：基準策略（只訓練 10 萬步）走過的路徑，卡在第一道牆的缺口前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遇到的問題與解法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這些問題在實機上也會遇到，解法可以直接沿用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40280"/>
          <a:ext cx="11091672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8880"/>
                <a:gridCol w="4389120"/>
                <a:gridCol w="423367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問題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原因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解法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走路很晃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舵機力氣小、腿很輕，關節控制器在最大扭力兩端來回震盪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重調控制器與步態參數，晃動降到原本的 1/4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地圖上出現假障礙物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四足走路時機身晃動，LiDAR 掃到地面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依 IMU 傾角濾掉打到地面的點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機器狗翻倒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導航下「快速前進＋左右急轉」，超出步態能力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運動安全濾波：轉彎降速、限制急轉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啟動後趴下站不起來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控制器載入前腿是軟的，舵機撐不起機身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以站姿生成，控制器就緒後才開始模擬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模擬器一放機器狗就崩潰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LiDAR 射線與網格碰撞模型衝突（以 gdb 追到）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碰撞形狀改用簡單方塊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腿部里程計恆為 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腳掌接觸感測節點被停用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重新啟用並驗證與真實速度一致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走路晃動改善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找出原因（控制器顫振）後重新調整，晃動降到原本約 1/4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機身晃動（RMS）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7.0°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1.8°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前進時的平均傾斜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28600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42316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最大傾斜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85292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15.2°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4.8°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5760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各種動作中最大值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機身上下起伏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18–24 mm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7 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前進時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0488" y="4251960"/>
            <a:ext cx="5449824" cy="178308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389120"/>
            <a:ext cx="5029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前進速度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502920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0.025 m/s</a:t>
            </a:r>
            <a:r>
              <a:rPr sz="22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   →   </a:t>
            </a:r>
            <a:r>
              <a:rPr sz="34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0.134 m/s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623560"/>
            <a:ext cx="50292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指令 0.2 m/s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44768"/>
            <a:ext cx="11091672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左：調整前　右：調整後（Gazebo 量測，官方質量 625 g 時）。改成實機重量 920 g 並重調後：前進晃動約 2.5°、最大傾斜約 5°、前進約 0.11 m/s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避障測試：目前的起點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連續走 7 個目標點：現有的方法都還過不了新場地，這是接下來的工作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11091672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2103120"/>
                <a:gridCol w="1828800"/>
                <a:gridCol w="1828800"/>
                <a:gridCol w="2587752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場地 / 避障方法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控制器回報完成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真的到達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擦碰次數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特色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窄通道：強化學習（基準）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2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走不出第一個房間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密集柱子：強化學習（基準）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卡在柱子之間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窄通道：Nav2 RPP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1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 / 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中途放棄，定位誤差大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109167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說明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846320"/>
            <a:ext cx="1078992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基準策略只訓練 10 萬步：有安全保護所以不會撞，但卡在缺口或柱子前，走不到目標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到達的幾段，都是目標剛好在出發點附近、不用穿過障礙物的路段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各為單次執行；每段限時 240 秒（窄通道）或 150 秒（密集柱子）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限制與下一步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模型與整條流程已經備好，接下來把避障練好（只需要模擬）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9496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目前的限制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788920"/>
            <a:ext cx="5120640" cy="3200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避障還過不了新場地（基準策略常卡住）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走得慢：實際約 0.08 m/s（再快，急停時會翻倒）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靜止站立時會慢慢往後滑（約 1 cm/s）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尚未在實機上驗證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2286000"/>
            <a:ext cx="5394960" cy="388620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77440"/>
            <a:ext cx="502920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下一步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2834640"/>
            <a:ext cx="4754880" cy="3291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訓練久一點，並把窄門口、密集柱子加進訓練場景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調整獎勵，讓策略學會對準門口再通過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每次都放進 Gazebo 跑 7 點測試，重跑確認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•  放寬轉彎降速後重新訓練，讓它走快一點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現場展示：如何啟動模擬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三個指令啟動，在 RViz 點一下目標，機器狗就會自己走過去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240280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240280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58568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開終端機，進入資料夾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21992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21992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cd DOGZILLA/sim_env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026664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044952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第一次才需要：建環境（約 15 分鐘）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008376"/>
            <a:ext cx="5330952" cy="713232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08376"/>
            <a:ext cx="5120640" cy="71323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build
./run.sh colcon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813048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831335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啟動模擬（約 30 秒後出現畫面）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794760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794760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sim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599432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617720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在 RViz 按「2D Goal Pose」，在地圖上點目標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581144"/>
            <a:ext cx="5330952" cy="603504"/>
          </a:xfrm>
          <a:prstGeom prst="rect">
            <a:avLst/>
          </a:prstGeom>
          <a:noFill/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581144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（滑鼠操作）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385816"/>
            <a:ext cx="548640" cy="548640"/>
          </a:xfrm>
          <a:prstGeom prst="ellipse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85816"/>
            <a:ext cx="54864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404104"/>
            <a:ext cx="4937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0B0B0B"/>
                </a:solidFill>
                <a:latin typeface="Calibri"/>
                <a:ea typeface="Microsoft JhengHei"/>
                <a:cs typeface="Microsoft JhengHei"/>
              </a:rPr>
              <a:t>結束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5367528"/>
            <a:ext cx="5330952" cy="60350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367528"/>
            <a:ext cx="512064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F2F2F2"/>
                </a:solidFill>
                <a:latin typeface="Consolas"/>
                <a:ea typeface="Microsoft JhengHei"/>
                <a:cs typeface="Microsoft JhengHei"/>
              </a:rPr>
              <a:t>./run.sh stop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11091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展示強化學習避障：./run.sh sim rl　｜　沒有螢幕時：./run.sh sim dwb gui:=false rviz:=false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Project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71323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896112"/>
            <a:ext cx="54864" cy="457200"/>
          </a:xfrm>
          <a:prstGeom prst="rect">
            <a:avLst/>
          </a:prstGeom>
          <a:solidFill>
            <a:srgbClr val="00549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51560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專案資料與文件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536192"/>
            <a:ext cx="11091672" cy="0"/>
          </a:xfrm>
          <a:prstGeom prst="line">
            <a:avLst/>
          </a:prstGeom>
          <a:ln w="9525">
            <a:solidFill>
              <a:srgbClr val="C8C7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00784"/>
            <a:ext cx="11091672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所有程式、設定、測試結果與說明都整理在同一個資料夾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國立臺灣科技大學（NTUST） · 自主移動機器人實驗室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A7977"/>
                </a:solidFill>
                <a:latin typeface="Calibr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286000"/>
          <a:ext cx="694944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46634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位置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73152" marR="73152" marT="36576" marB="36576" anchor="ctr">
                    <a:solidFill>
                      <a:srgbClr val="00549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README.md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總說明：專案介紹、資料夾導覽、快速開始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docs/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專案投影片、架構圖、白話說明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模擬環境：程式、設定、測試工具與結果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sim_env/README.md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技術文件：設計、問題與解法、測試數據</a:t>
                      </a:r>
                    </a:p>
                  </a:txBody>
                  <a:tcPr marL="73152" marR="73152" marT="36576" marB="36576" anchor="ctr">
                    <a:solidFill>
                      <a:srgbClr val="F4F4F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vendor/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  <a:ea typeface="Microsoft JhengHei"/>
                          <a:cs typeface="Microsoft JhengHei"/>
                        </a:rPr>
                        <a:t>Yahboom 原廠程式、教學、照片（未修改）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286000"/>
            <a:ext cx="3776472" cy="3017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4000" b="1">
                <a:solidFill>
                  <a:srgbClr val="00549D"/>
                </a:solidFill>
                <a:latin typeface="Calibri"/>
                <a:ea typeface="Microsoft JhengHei"/>
                <a:cs typeface="Microsoft JhengHei"/>
              </a:rPr>
              <a:t>Q &amp; A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800" b="0">
                <a:solidFill>
                  <a:srgbClr val="403F3D"/>
                </a:solidFill>
                <a:latin typeface="Calibri"/>
                <a:ea typeface="Microsoft JhengHei"/>
                <a:cs typeface="Microsoft JhengHei"/>
              </a:rPr>
              <a:t>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