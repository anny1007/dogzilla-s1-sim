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一句話重點：整套系統已經在電腦模擬裡建好並測試過，接下來要搬到實機。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這是投影片第一頁的場景：機器狗從左邊出發，目標在右上角。</a:t>
            </a:r>
          </a:p>
          <a:p>
            <a:r>
              <a:t>藍線是機器狗實際走過的路：先往上繞過長方塊，從中間穿過，再從下面繞過圓柱，最後到右上角。</a:t>
            </a:r>
          </a:p>
          <a:p>
            <a:r>
              <a:t>這次用的是強化學習避障。約 108 秒到達，全程沒有擦碰，離障礙物最近 13 公分。</a:t>
            </a:r>
          </a:p>
          <a:p>
            <a:r>
              <a:t>停下時離目標 26 公分：強化學習控制器的設定是進入目標 25 公分內就算到達，所以不是誤差大，而是到達範圍設得寬。</a:t>
            </a:r>
          </a:p>
          <a:p>
            <a:r>
              <a:t>同樣的測試跑了兩次，另一次是 117 秒，結果一致。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這是比較嚴格的測試：同一場地連續走 7 個目標點，每段限時 150 秒，用模擬器的真實位置評分。</a:t>
            </a:r>
          </a:p>
          <a:p>
            <a:r>
              <a:t>「控制器回報完成」是導航程式自己認為到了；「真的到達」是實際離目標 35 公分以內。</a:t>
            </a:r>
          </a:p>
          <a:p>
            <a:r>
              <a:t>強化學習跑了兩次，兩次都是 7 個目標全部到達，沒有擦碰，也沒有翻倒。</a:t>
            </a:r>
          </a:p>
          <a:p>
            <a:r>
              <a:t>要誠實說明兩點。第一，進步主要來自模型變穩：改成實機重量、調整 LiDAR 位置和關節參數之後，舊的權重也能 7 個全到；新訓練的版本只快了一點。</a:t>
            </a:r>
          </a:p>
          <a:p>
            <a:r>
              <a:t>第二，這只在一個場地驗證過，而且走得慢，實際約每秒 8 公分。傳統的 Nav2 方法這次沒有重新調整，所以表現和之前差不多。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左邊是目前的限制，右邊是對應的下一步。</a:t>
            </a:r>
          </a:p>
          <a:p>
            <a:r>
              <a:t>最重要的是上實機。模擬裡的總重已經改成實機秤重，但重量在機身各處怎麼分布是推估的，速度和晃動也要用實機重新量。</a:t>
            </a:r>
          </a:p>
          <a:p>
            <a:r>
              <a:t>第二是速度：現在為了不翻倒，速度指令上限設在每秒 15 公分，實際只有約 8 公分。轉彎時自動降速的設定是舊重量時加的，新重量下可以放寬，放寬後重新訓練應該能走快。</a:t>
            </a:r>
          </a:p>
          <a:p>
            <a:r>
              <a:t>地面點過濾和安全濾波都可以直接搬到實機的樹莓派上用。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官方模型（站立姿勢，圖中 LiDAR 在官方位置）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主任務成果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在投影片的障礙物場景中，機器狗自己繞過障礙物走到右上角目標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4206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26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停下時離目標（到達範圍設定為 25 cm）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108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到達時間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擦碰（離障礙物最近 0.13 m）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使用強化學習（PPO）避障；模擬器記錄的真實位置。另一次執行為 117 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連續走 7 個目標點：強化學習兩次都是 7 / 7 到達，沒有擦碰、沒有翻倒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強化學習（PPO）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7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7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兩次結果相同，每段約 80 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 RPP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走走停停，定位誤差累積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 DWB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同上；未針對新重量重調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模型改成實機重量並重調後走路變穩：同一份舊的強化學習權重，從 3 / 7（且翻倒）變成 7 / 7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強化學習走得平順，定位誤差全程約 0.1 m；Nav2 走走停停，定位誤差累積到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只在這一個場地驗證過；Nav2 各跑一次。強化學習實際速度約 0.08 m/s，還是慢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模擬已經把系統做通，接下來提高可靠度並搬到實機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只在一個場地驗證過，測試次數少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部署到實機（樹莓派），重測速度與晃動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換場地、多跑幾次，確認避障的穩定性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量實機的重量分布，回頭修正模型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