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這是新的預設測試場地，比投影片第一頁的場景難很多。</a:t>
            </a:r>
          </a:p>
          <a:p>
            <a:r>
              <a:t>機器狗從左邊出發，要先往下繞過第一道牆、再往上繞過第二道牆（牆和圍牆之間的缺口寬 1.2 公尺），穿過只有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藍線是目前附的基準策略走的路：它只訓練了 10 萬步，在第一個缺口前猶豫了很久才過去，之後一直停在 60 公分的門口前面過不去。7 個目標到了 3 個，都是門口這一側的；門後面的 3 個一個都沒到。</a:t>
            </a:r>
          </a:p>
          <a:p>
            <a:r>
              <a:t>另外還有一個密集柱子的場地（clutter），21 根柱子交錯排列，沒有一條直線可以走。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這是目前的起點，不是成果。同一場地連續走 7 個目標點，用模擬器的真實位置評分。</a:t>
            </a:r>
          </a:p>
          <a:p>
            <a:r>
              <a:t>強化學習這邊，附的只是一份訓練 10 萬步的基準策略。因為有安全保護，它不會撞牆，但常常卡在缺口或柱子前面，在時限內走不到。</a:t>
            </a:r>
          </a:p>
          <a:p>
            <a:r>
              <a:t>傳統的 Nav2 方法在這個場地也過不了。</a:t>
            </a:r>
          </a:p>
          <a:p>
            <a:r>
              <a:t>所以接下來的工作很明確：把強化學習練到能通過這兩個場地，7 個目標都到、不擦碰、不翻倒，而且重跑幾次都一樣。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左邊是目前的限制，右邊是接下來要做的事，全部都只需要模擬。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測試場地：比投影片場景更難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蛇行繞過兩道長牆、穿過 0.6 m 的門口、門後還有死巷；機器狗要連續走到 7 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最窄的門口（長牆旁的缺口 1.2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11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目前基準策略到達的目標數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藍線：基準策略（只訓練 10 萬步）走過的路徑，始終過不了 0.6 m 的門口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避障測試：目前的起點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連續走 7 個目標點：現有的方法都還過不了新場地，這是接下來的工作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場地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窄通道：強化學習（基準）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過不了 0.6 m 的門口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密集柱子：強化學習（基準）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基準策略只訓練 10 萬步：有安全保護所以不會撞，但卡在門口或柱子前，走不到目標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窄通道到達的 3 段都在門口這一側；門後的 3 個目標都沒到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各為單次執行；每段限時 240 秒（窄通道）或 150 秒（密集柱子）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模型與整條流程已經備好，接下來把避障練好（只需要模擬）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避障還過不了新場地（卡在窄門口、柱子之間）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訓練久一點，並把窄門口、密集柱子加進訓練場景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