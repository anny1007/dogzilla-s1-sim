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1" r:id="rId4"/>
    <p:sldId id="263" r:id="rId5"/>
    <p:sldId id="265" r:id="rId6"/>
    <p:sldId id="260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4" autoAdjust="0"/>
    <p:restoredTop sz="94660"/>
  </p:normalViewPr>
  <p:slideViewPr>
    <p:cSldViewPr snapToGrid="0">
      <p:cViewPr>
        <p:scale>
          <a:sx n="75" d="100"/>
          <a:sy n="75" d="100"/>
        </p:scale>
        <p:origin x="172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DD9D7-E7D3-48D1-945B-333E822E9475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2624A-AACF-4AAC-8AAB-8C550908674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63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2624A-AACF-4AAC-8AAB-8C550908674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812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2624A-AACF-4AAC-8AAB-8C550908674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42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9BEE-5BE7-45CA-DF3F-4A4EA645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DBE1D9-D67D-4470-8E2B-A2AADB694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97BBF9A-7794-4DAD-BCA9-6900CE02F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79563-AF88-B62A-627D-6F806CB00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2624A-AACF-4AAC-8AAB-8C550908674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485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50CC0-4205-D658-BDE6-B0BE2B103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D883F9-6729-7AC3-4805-052344E10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AAF95-154D-D191-6BDD-3D16D6D5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37FB4A-D2E1-72A9-2EA9-1186D205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D5DCA3-3C21-E677-D0AC-77B8C1B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989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FC4BF-E25D-4B31-0923-F617F5A1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C78C83-790D-BEC9-F235-37629908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3EF118-CE9F-0578-E9C3-764D30D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00E8AB-7138-E117-B1AD-DC80E0B7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83DF6-EDC0-F3D4-5D9F-0B239A51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4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4E591-C872-9325-47B1-C61FA3C1E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36B651-DDBB-1DD5-69AC-49687EFB8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945CD-3C99-C46A-5889-8F9B310F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2713F1-40A6-E37E-022D-9D078DD1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2FA477-DEE5-945F-0452-7B050CB0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17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E980FF-06E9-571F-34D8-DEBECBAC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AFD05B-AD3C-37FD-9681-1A4F835D7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660991-A259-E896-C3BF-028F22B5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3D56B7-BAA5-C972-38E1-5DC94D58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B6411C-B9A2-C334-7C5A-1E986C6A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811443-91BE-4454-E09A-2EEFB990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76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A8A1D-0736-3F19-EA09-0A18EF96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CB1803-24FA-25D7-A01A-16418DFC0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09DAC5-77AD-1D56-5690-E80508A80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224592-9A7D-24B8-AF98-5E1B96F75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CF1FB0-313E-F22D-B79E-D8748CB8F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C528EF1-60DF-F508-FFA7-3C78296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8927E8D-4EDA-D540-A019-BA7F67E0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5A69CBC-0286-527B-91A7-81C8B007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06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4DAEA-8D85-FFCC-06F5-9EB09299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0AA118-8E7A-7F50-4419-D158328F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FD89B7-3B52-8C9C-12CB-2058DE91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D566D6-A6FF-BFE5-F8F3-7524DAF6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58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A87F3D7-F8E2-5BFE-22AC-7085964C8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1EF1318-7EEE-CDD0-FCF7-92BD28E6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41A44E-06F3-CEB0-D25B-2A268BB3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06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93C91-22A2-2C02-1E2E-1BF83844E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C1DA1B-3FA5-72EA-437B-A69B73D2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EAF845-B865-635E-9D9C-7CAD227DD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7C930B-6753-D841-4EE5-FB68FF66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18C3F1-8E4E-ECE9-9A5D-C1ECC3147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0B4E5A-09FB-8BF4-5D03-85E4384E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3F96F-51CB-A24B-6986-259FD7DD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63131A-9AD2-F406-9FA3-F7AA330A3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7372E2-C553-CB65-554C-C8447B2DB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85B5A-7E8F-327D-985E-34FFCDB5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E2CB87-DAE5-ED87-8D08-DEB7E3CE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EF6659-E9D4-1AC6-B3F3-FA6FA914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2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738FA-46B6-8302-3FD4-DBE6E473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2BF126C-3D20-6253-0B04-CBAE4423B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EBBC66-818D-8564-09BB-C1F70A60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F0E7BA-5099-D9BA-3E8C-F404678D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F144CE-F237-96CA-D85E-653A3088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65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8083670-08E6-896F-A1A5-F9FB8BC62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6E7CFB-2C2E-303C-5AEE-FCB663B17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EF698C-A017-9D17-9168-FA15CEB4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1C9495-CF0C-FD39-5E77-4FCE2A9A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927875-C488-580A-458C-3449D77A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319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B219A6-8E96-8B8B-994C-A54465E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D07B60-7619-884F-5ADB-95ED2978C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DD1B07-0B69-926D-5797-FC8EFA5E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A05B86-B15C-EDFC-E9E4-8A199653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76A78A-64DA-A60D-7B17-64B9CE3E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43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DA1352F-4F6F-F52C-5429-D74AEA12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10E414-DEB3-211B-B8E0-0F4CC6C7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999145-3B5F-D967-AED1-2AF5D2307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4A316-D5AF-4126-83F3-D6225A286C1B}" type="datetimeFigureOut">
              <a:rPr lang="zh-TW" altLang="en-US" smtClean="0"/>
              <a:t>2026/7/4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B7794D-E090-B4E8-2029-00FC05769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6E6A7A-EDE5-5E38-8508-D61B06C06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05BDF-B3C8-4F30-AC0F-B1FB8A0A46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93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228F44E-DC51-4FF0-B48C-4022DE25B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marR="0" algn="l" rtl="0"/>
            <a:r>
              <a:rPr lang="en-US" altLang="zh-TW" sz="11500" b="0" i="0" u="none" strike="noStrike" kern="1400" baseline="0" dirty="0">
                <a:latin typeface="Cambria" panose="02040503050406030204" pitchFamily="18" charset="0"/>
                <a:ea typeface="新細明體" panose="02020500000000000000" pitchFamily="18" charset="-120"/>
              </a:rPr>
              <a:t>DOGZILLA</a:t>
            </a:r>
            <a:endParaRPr lang="en-US" altLang="zh-TW" sz="11500" b="0" i="0" u="none" strike="noStrike" kern="1400" baseline="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364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190033-E9F0-06E7-2632-2CB834FF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r"/>
            <a:r>
              <a:rPr lang="en-US" altLang="zh-TW" sz="6600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8C4CF0-4404-27B7-7E70-35838128E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1"/>
            <a:r>
              <a:rPr lang="en-US" altLang="zh-TW" b="0" i="0" u="none" strike="noStrike" baseline="0" dirty="0"/>
              <a:t>Boot</a:t>
            </a:r>
          </a:p>
          <a:p>
            <a:pPr marR="0" lvl="1"/>
            <a:r>
              <a:rPr lang="en-US" altLang="zh-TW" b="0" i="0" u="none" strike="noStrike" baseline="0" dirty="0"/>
              <a:t>SSH connect</a:t>
            </a:r>
          </a:p>
          <a:p>
            <a:pPr marR="0" lvl="1"/>
            <a:r>
              <a:rPr lang="en-US" altLang="zh-TW" b="0" i="0" u="none" strike="noStrike" baseline="0" dirty="0"/>
              <a:t>Python Code to Control</a:t>
            </a:r>
          </a:p>
          <a:p>
            <a:pPr marR="0" lvl="1"/>
            <a:r>
              <a:rPr lang="en-US" altLang="zh-TW" b="0" i="0" u="none" strike="noStrike" baseline="0"/>
              <a:t>ROS2 </a:t>
            </a:r>
            <a:endParaRPr lang="en-US" altLang="zh-TW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412053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FCB6-9EAA-64EF-6100-3CC0B5C8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171D6-43B4-B092-BA19-D71B042F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13" y="168999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altLang="zh-TW" sz="4000" b="0" i="0" u="none" strike="noStrike" baseline="0" dirty="0"/>
              <a:t>Specification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AF25F86-17A8-FC09-42F5-6A502BD763C1}"/>
              </a:ext>
            </a:extLst>
          </p:cNvPr>
          <p:cNvGrpSpPr/>
          <p:nvPr/>
        </p:nvGrpSpPr>
        <p:grpSpPr>
          <a:xfrm>
            <a:off x="477413" y="1210804"/>
            <a:ext cx="5801310" cy="5446633"/>
            <a:chOff x="241992" y="1827835"/>
            <a:chExt cx="5674310" cy="5030165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E80BEE90-D050-72F8-B6EE-D88B2296CE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863"/>
            <a:stretch/>
          </p:blipFill>
          <p:spPr bwMode="auto">
            <a:xfrm>
              <a:off x="241992" y="1827835"/>
              <a:ext cx="5674310" cy="5030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55B1881B-FA93-34BB-B436-CA410EC3472E}"/>
                </a:ext>
              </a:extLst>
            </p:cNvPr>
            <p:cNvSpPr/>
            <p:nvPr/>
          </p:nvSpPr>
          <p:spPr>
            <a:xfrm>
              <a:off x="1913886" y="2922704"/>
              <a:ext cx="1328243" cy="3902097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AFF4AE50-A42B-16A8-DE5B-7C6879463E2D}"/>
              </a:ext>
            </a:extLst>
          </p:cNvPr>
          <p:cNvGrpSpPr/>
          <p:nvPr/>
        </p:nvGrpSpPr>
        <p:grpSpPr>
          <a:xfrm>
            <a:off x="6661994" y="168999"/>
            <a:ext cx="4940446" cy="6520001"/>
            <a:chOff x="6263870" y="0"/>
            <a:chExt cx="5090076" cy="685800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AAC2F10-8BE4-0304-F1F2-54CD38EE65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997"/>
            <a:stretch/>
          </p:blipFill>
          <p:spPr bwMode="auto">
            <a:xfrm>
              <a:off x="6263870" y="0"/>
              <a:ext cx="5090076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E3937402-A914-0D1F-2B3E-3B4DCA6570B7}"/>
                </a:ext>
              </a:extLst>
            </p:cNvPr>
            <p:cNvSpPr/>
            <p:nvPr/>
          </p:nvSpPr>
          <p:spPr>
            <a:xfrm>
              <a:off x="7781366" y="33199"/>
              <a:ext cx="1201270" cy="6791602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6893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FCB6-9EAA-64EF-6100-3CC0B5C8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2A171D6-43B4-B092-BA19-D71B042F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altLang="zh-TW" sz="4000" b="0" i="0" u="none" strike="noStrike" baseline="0" dirty="0"/>
              <a:t>Boot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0DE76E-5AA9-4AA3-3C6E-2596D2E03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Press switch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Waiting for the robot dog to initialize until it stretches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When robot back to the normal attitude, and you can connect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 descr="一張含有 地面, 機器人, 地板 的圖片&#10;&#10;AI 產生的內容可能不正確。">
            <a:extLst>
              <a:ext uri="{FF2B5EF4-FFF2-40B4-BE49-F238E27FC236}">
                <a16:creationId xmlns:a16="http://schemas.microsoft.com/office/drawing/2014/main" id="{78132675-FED0-2CE4-5C81-045903DC3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0" r="17127" b="2"/>
          <a:stretch/>
        </p:blipFill>
        <p:spPr>
          <a:xfrm rot="5400000">
            <a:off x="6060845" y="716295"/>
            <a:ext cx="5259296" cy="5425410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54F597E-C15E-AFB0-9B72-193C63A99CED}"/>
              </a:ext>
            </a:extLst>
          </p:cNvPr>
          <p:cNvCxnSpPr>
            <a:cxnSpLocks/>
          </p:cNvCxnSpPr>
          <p:nvPr/>
        </p:nvCxnSpPr>
        <p:spPr>
          <a:xfrm>
            <a:off x="7158182" y="3925454"/>
            <a:ext cx="1333730" cy="0"/>
          </a:xfrm>
          <a:prstGeom prst="straightConnector1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橢圓 7">
            <a:extLst>
              <a:ext uri="{FF2B5EF4-FFF2-40B4-BE49-F238E27FC236}">
                <a16:creationId xmlns:a16="http://schemas.microsoft.com/office/drawing/2014/main" id="{495067E8-9A78-43AC-8A0D-04236C073B86}"/>
              </a:ext>
            </a:extLst>
          </p:cNvPr>
          <p:cNvSpPr/>
          <p:nvPr/>
        </p:nvSpPr>
        <p:spPr>
          <a:xfrm>
            <a:off x="8491912" y="3722255"/>
            <a:ext cx="393470" cy="40639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4EE893E-C410-79D8-D6AC-99A0E1879669}"/>
              </a:ext>
            </a:extLst>
          </p:cNvPr>
          <p:cNvSpPr txBox="1"/>
          <p:nvPr/>
        </p:nvSpPr>
        <p:spPr>
          <a:xfrm>
            <a:off x="6413351" y="3722255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</a:rPr>
              <a:t>Press</a:t>
            </a:r>
            <a:endParaRPr lang="zh-TW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2760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441D5-14DC-1B75-5BFD-FCF366B8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49FA234-5094-BDF3-F874-2884ECFF6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B0A5C17-DEDA-A1D1-B6CC-51B026C6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altLang="zh-TW" sz="4000" b="0" i="0" u="none" strike="noStrike" baseline="0" dirty="0"/>
              <a:t>SSH </a:t>
            </a:r>
            <a:r>
              <a:rPr lang="en-US" altLang="zh-TW" sz="4000" dirty="0"/>
              <a:t>R</a:t>
            </a:r>
            <a:r>
              <a:rPr lang="en-US" altLang="zh-TW" sz="4000" b="0" i="0" u="none" strike="noStrike" baseline="0" dirty="0"/>
              <a:t>emote Control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78CE165-EBE8-E417-650A-560A83406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630DF6-4AAA-9DF1-CF85-56136A149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482EE4E-302D-C2EE-E533-31E49AD37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4470B5A-68A3-E129-2FAD-9EE05294B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4F3E81-0087-65BD-B25B-45116EC5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719" y="2118001"/>
            <a:ext cx="5095090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2400" dirty="0">
                <a:highlight>
                  <a:srgbClr val="FFFF00"/>
                </a:highlight>
              </a:rPr>
              <a:t>IP</a:t>
            </a:r>
            <a:r>
              <a:rPr lang="zh-TW" altLang="en-US" sz="2400" dirty="0">
                <a:highlight>
                  <a:srgbClr val="FFFF00"/>
                </a:highlight>
              </a:rPr>
              <a:t> </a:t>
            </a:r>
            <a:r>
              <a:rPr lang="en-US" altLang="zh-TW" sz="2400" dirty="0">
                <a:highlight>
                  <a:srgbClr val="FFFF00"/>
                </a:highlight>
              </a:rPr>
              <a:t>Adress</a:t>
            </a:r>
            <a:r>
              <a:rPr lang="en-US" altLang="zh-TW" sz="2400" dirty="0"/>
              <a:t>: </a:t>
            </a:r>
            <a:r>
              <a:rPr lang="en-US" altLang="zh-TW" sz="2400" dirty="0">
                <a:solidFill>
                  <a:srgbClr val="FF0000"/>
                </a:solidFill>
              </a:rPr>
              <a:t>See on the Robot screen</a:t>
            </a:r>
          </a:p>
          <a:p>
            <a:r>
              <a:rPr lang="en-US" altLang="zh-TW" sz="2400" dirty="0">
                <a:highlight>
                  <a:srgbClr val="FFFF00"/>
                </a:highlight>
              </a:rPr>
              <a:t>Username</a:t>
            </a:r>
            <a:r>
              <a:rPr lang="en-US" altLang="zh-TW" sz="2400" dirty="0"/>
              <a:t>: pi</a:t>
            </a:r>
          </a:p>
          <a:p>
            <a:r>
              <a:rPr lang="en-US" altLang="zh-TW" sz="2400" dirty="0">
                <a:highlight>
                  <a:srgbClr val="FFFF00"/>
                </a:highlight>
              </a:rPr>
              <a:t>Password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yahboom</a:t>
            </a:r>
            <a:endParaRPr lang="en-US" altLang="zh-TW" sz="2400" dirty="0"/>
          </a:p>
          <a:p>
            <a:r>
              <a:rPr lang="en-US" altLang="zh-TW" sz="2400" dirty="0">
                <a:highlight>
                  <a:srgbClr val="FFFF00"/>
                </a:highlight>
              </a:rPr>
              <a:t>Make sure your network is in the same domain as the robot</a:t>
            </a:r>
          </a:p>
          <a:p>
            <a:endParaRPr lang="en-US" altLang="zh-TW" sz="2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37096E-8161-3E21-2981-81C9093B8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5F8B04-A8D0-65F9-9CEB-471FB928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56F258A-CC8A-8827-B265-B6FE89E20EE4}"/>
              </a:ext>
            </a:extLst>
          </p:cNvPr>
          <p:cNvGrpSpPr/>
          <p:nvPr/>
        </p:nvGrpSpPr>
        <p:grpSpPr>
          <a:xfrm>
            <a:off x="6335474" y="1647020"/>
            <a:ext cx="5109361" cy="3563323"/>
            <a:chOff x="6259168" y="1647338"/>
            <a:chExt cx="5109361" cy="3563323"/>
          </a:xfrm>
        </p:grpSpPr>
        <p:pic>
          <p:nvPicPr>
            <p:cNvPr id="7" name="圖片 6" descr="一張含有 機器, 室內 的圖片&#10;&#10;AI 產生的內容可能不正確。">
              <a:extLst>
                <a:ext uri="{FF2B5EF4-FFF2-40B4-BE49-F238E27FC236}">
                  <a16:creationId xmlns:a16="http://schemas.microsoft.com/office/drawing/2014/main" id="{F0622E4C-3936-9704-777A-6FA7A344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35" t="21133" r="8663" b="9589"/>
            <a:stretch/>
          </p:blipFill>
          <p:spPr>
            <a:xfrm rot="10800000">
              <a:off x="6259168" y="1647338"/>
              <a:ext cx="5109361" cy="3563323"/>
            </a:xfrm>
            <a:prstGeom prst="rect">
              <a:avLst/>
            </a:prstGeom>
          </p:spPr>
        </p:pic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1B29905-D08E-96ED-AD97-2821756C996E}"/>
                </a:ext>
              </a:extLst>
            </p:cNvPr>
            <p:cNvSpPr/>
            <p:nvPr/>
          </p:nvSpPr>
          <p:spPr>
            <a:xfrm>
              <a:off x="7300421" y="3112655"/>
              <a:ext cx="559724" cy="397162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FD09786B-E8C4-906E-E5FB-2529756C143C}"/>
                </a:ext>
              </a:extLst>
            </p:cNvPr>
            <p:cNvSpPr txBox="1"/>
            <p:nvPr/>
          </p:nvSpPr>
          <p:spPr>
            <a:xfrm>
              <a:off x="6774873" y="3059667"/>
              <a:ext cx="766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highlight>
                    <a:srgbClr val="FFFF00"/>
                  </a:highlight>
                </a:rPr>
                <a:t>IP</a:t>
              </a:r>
              <a:endParaRPr lang="zh-TW" altLang="en-US" dirty="0"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14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53CCF9-825D-5B20-A91D-263B99FD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altLang="zh-TW" sz="5400" b="0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Python Code to Control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E048E5E-C005-5A69-3E9B-2E49AE867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68" y="666728"/>
            <a:ext cx="542484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4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04705D-44DD-D75C-4B3F-1CD2B449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ROS2 Control- Node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001271-67D0-B1A6-918E-30B39A9C0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670" y="2704013"/>
            <a:ext cx="11011896" cy="37812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2400" b="1" dirty="0"/>
              <a:t>Core Hardware Node (</a:t>
            </a:r>
            <a:r>
              <a:rPr lang="en-US" altLang="zh-TW" sz="2400" b="1" dirty="0" err="1"/>
              <a:t>driver_node</a:t>
            </a:r>
            <a:r>
              <a:rPr lang="en-US" altLang="zh-TW" sz="2400" b="1" dirty="0"/>
              <a:t>)</a:t>
            </a:r>
            <a:endParaRPr lang="en-US" altLang="zh-TW" sz="2400" dirty="0"/>
          </a:p>
          <a:p>
            <a:pPr lvl="1"/>
            <a:r>
              <a:rPr lang="en-US" altLang="zh-TW" dirty="0"/>
              <a:t>This node talks directly to the robot dog's hardware.</a:t>
            </a:r>
          </a:p>
          <a:p>
            <a:pPr lvl="1"/>
            <a:r>
              <a:rPr lang="en-US" altLang="zh-TW" dirty="0"/>
              <a:t>It runs in the background, receives your commands, and changes them into real movements (move forward, backward, left, right, or turn).</a:t>
            </a:r>
          </a:p>
          <a:p>
            <a:r>
              <a:rPr lang="en-US" altLang="zh-TW" sz="2400" b="1" dirty="0"/>
              <a:t>How to Control</a:t>
            </a:r>
            <a:endParaRPr lang="en-US" altLang="zh-TW" sz="2400" dirty="0"/>
          </a:p>
          <a:p>
            <a:pPr lvl="1"/>
            <a:r>
              <a:rPr lang="en-US" altLang="zh-TW" b="1" dirty="0"/>
              <a:t>Topic:</a:t>
            </a:r>
            <a:r>
              <a:rPr lang="en-US" altLang="zh-TW" dirty="0"/>
              <a:t> /</a:t>
            </a:r>
            <a:r>
              <a:rPr lang="en-US" altLang="zh-TW" dirty="0" err="1"/>
              <a:t>cmd_vel</a:t>
            </a:r>
            <a:endParaRPr lang="en-US" altLang="zh-TW" dirty="0"/>
          </a:p>
          <a:p>
            <a:pPr lvl="1"/>
            <a:r>
              <a:rPr lang="en-US" altLang="zh-TW" b="1" dirty="0"/>
              <a:t>Message Type:</a:t>
            </a:r>
            <a:r>
              <a:rPr lang="en-US" altLang="zh-TW" dirty="0"/>
              <a:t> </a:t>
            </a:r>
            <a:r>
              <a:rPr lang="en-US" altLang="zh-TW" dirty="0" err="1"/>
              <a:t>geometry_msgs</a:t>
            </a:r>
            <a:r>
              <a:rPr lang="en-US" altLang="zh-TW" dirty="0"/>
              <a:t>/msg/Twist</a:t>
            </a:r>
          </a:p>
          <a:p>
            <a:pPr lvl="1"/>
            <a:r>
              <a:rPr lang="en-US" altLang="zh-TW" b="1" dirty="0"/>
              <a:t>Your Task:</a:t>
            </a:r>
            <a:r>
              <a:rPr lang="en-US" altLang="zh-TW" dirty="0"/>
              <a:t> Just publish (send) a Twist message to the /</a:t>
            </a:r>
            <a:r>
              <a:rPr lang="en-US" altLang="zh-TW" dirty="0" err="1"/>
              <a:t>cmd_vel</a:t>
            </a:r>
            <a:r>
              <a:rPr lang="en-US" altLang="zh-TW" dirty="0"/>
              <a:t> topic in your code, and the robot dog will move!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12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882DE-C949-3D42-F8E8-B8013C4D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2948295-E0F6-9C6C-5AB6-46EB5AFC2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ROS2 Control</a:t>
            </a:r>
            <a:r>
              <a:rPr lang="en-US" altLang="zh-TW" sz="4800" dirty="0"/>
              <a:t>- Movement Commands</a:t>
            </a:r>
            <a:endParaRPr lang="en-US" altLang="zh-TW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B63135-559B-E571-FF50-AB82325FE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560322"/>
            <a:ext cx="10346268" cy="35818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b="1" dirty="0"/>
              <a:t>Move Forward / Backward (</a:t>
            </a:r>
            <a:r>
              <a:rPr lang="en-US" altLang="zh-TW" b="1" dirty="0" err="1"/>
              <a:t>linear.x</a:t>
            </a:r>
            <a:r>
              <a:rPr lang="en-US" altLang="zh-TW" b="1" dirty="0"/>
              <a:t>)</a:t>
            </a:r>
          </a:p>
          <a:p>
            <a:pPr lvl="1"/>
            <a:r>
              <a:rPr lang="en-US" altLang="zh-TW" sz="2800" dirty="0" err="1"/>
              <a:t>linear.x</a:t>
            </a:r>
            <a:r>
              <a:rPr lang="en-US" altLang="zh-TW" sz="2800" dirty="0"/>
              <a:t> &gt; 0 : Move Forward</a:t>
            </a:r>
          </a:p>
          <a:p>
            <a:pPr lvl="1"/>
            <a:r>
              <a:rPr lang="en-US" altLang="zh-TW" sz="2800" dirty="0" err="1"/>
              <a:t>linear.x</a:t>
            </a:r>
            <a:r>
              <a:rPr lang="en-US" altLang="zh-TW" sz="2800" dirty="0"/>
              <a:t> &lt; 0 : Move Backward</a:t>
            </a:r>
          </a:p>
          <a:p>
            <a:r>
              <a:rPr lang="en-US" altLang="zh-TW" b="1" dirty="0"/>
              <a:t>Move Left / Right (</a:t>
            </a:r>
            <a:r>
              <a:rPr lang="en-US" altLang="zh-TW" b="1" dirty="0" err="1"/>
              <a:t>linear.y</a:t>
            </a:r>
            <a:r>
              <a:rPr lang="en-US" altLang="zh-TW" b="1" dirty="0"/>
              <a:t>)</a:t>
            </a:r>
          </a:p>
          <a:p>
            <a:pPr lvl="1"/>
            <a:r>
              <a:rPr lang="en-US" altLang="zh-TW" sz="2800" dirty="0" err="1"/>
              <a:t>linear.y</a:t>
            </a:r>
            <a:r>
              <a:rPr lang="en-US" altLang="zh-TW" sz="2800" dirty="0"/>
              <a:t> &gt; 0 : Move Left</a:t>
            </a:r>
          </a:p>
          <a:p>
            <a:pPr lvl="1"/>
            <a:r>
              <a:rPr lang="en-US" altLang="zh-TW" sz="2800" dirty="0" err="1"/>
              <a:t>linear.y</a:t>
            </a:r>
            <a:r>
              <a:rPr lang="en-US" altLang="zh-TW" sz="2800" dirty="0"/>
              <a:t> &lt; 0 : Move Right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59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4D3ED-3A29-2BD4-51E6-1FF34700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4B07BC-9F37-FBD6-331A-D43875102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C84FCE-D2B4-578C-C25F-1F2F40A75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26E0DD-0FFC-DE2C-74C0-9A74D5DBA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0B69A33-DCF3-FF1E-545D-21661481C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6D9C60-81F7-299B-1190-5B54C00B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E58CFC8-D9BA-C2BF-D4BF-CEBA3AFAC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12B5952-96B2-11B2-59F1-9480AF3D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ROS2 Control</a:t>
            </a:r>
            <a:r>
              <a:rPr lang="en-US" altLang="zh-TW" sz="4800" dirty="0"/>
              <a:t>- Movement Commands</a:t>
            </a:r>
            <a:endParaRPr lang="en-US" altLang="zh-TW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34FAD6-B1D5-F160-0987-A1C6E1BDF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560322"/>
            <a:ext cx="10346268" cy="35818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b="1" dirty="0"/>
              <a:t>Turn Left / Right (</a:t>
            </a:r>
            <a:r>
              <a:rPr lang="en-US" altLang="zh-TW" b="1" dirty="0" err="1"/>
              <a:t>angular.z</a:t>
            </a:r>
            <a:r>
              <a:rPr lang="en-US" altLang="zh-TW" b="1" dirty="0"/>
              <a:t>)</a:t>
            </a:r>
          </a:p>
          <a:p>
            <a:pPr lvl="1"/>
            <a:r>
              <a:rPr lang="en-US" altLang="zh-TW" sz="2800" dirty="0" err="1"/>
              <a:t>angular.z</a:t>
            </a:r>
            <a:r>
              <a:rPr lang="en-US" altLang="zh-TW" sz="2800" dirty="0"/>
              <a:t> &gt; 0 : Turn Left</a:t>
            </a:r>
          </a:p>
          <a:p>
            <a:pPr lvl="1"/>
            <a:r>
              <a:rPr lang="en-US" altLang="zh-TW" sz="2800" dirty="0" err="1"/>
              <a:t>angular.z</a:t>
            </a:r>
            <a:r>
              <a:rPr lang="en-US" altLang="zh-TW" sz="2800" dirty="0"/>
              <a:t> &lt; 0 : Turn Right</a:t>
            </a:r>
          </a:p>
          <a:p>
            <a:r>
              <a:rPr lang="en-US" altLang="zh-TW" b="1" dirty="0"/>
              <a:t>Stop the Robot</a:t>
            </a:r>
          </a:p>
          <a:p>
            <a:pPr lvl="1"/>
            <a:r>
              <a:rPr lang="en-US" altLang="zh-TW" sz="2800" dirty="0"/>
              <a:t>All values = 0 : Stop moving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D19AA9-A753-EAFE-82B9-957CEF433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02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59ABC5-4A52-ED58-8A24-5DBDE105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相關的</a:t>
            </a:r>
            <a:r>
              <a:rPr lang="en-US" altLang="zh-TW" dirty="0"/>
              <a:t>Path 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CDE65B-4DCC-0ECE-16FA-D4D25B1CD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Python</a:t>
            </a:r>
            <a:r>
              <a:rPr lang="zh-TW" altLang="en-US" dirty="0"/>
              <a:t>鍵盤控制</a:t>
            </a:r>
            <a:endParaRPr lang="en-US" altLang="zh-TW" dirty="0"/>
          </a:p>
          <a:p>
            <a:pPr lvl="1"/>
            <a:r>
              <a:rPr lang="en-US" dirty="0"/>
              <a:t>/home/pi/Course/example/keyboard_ctrl.py</a:t>
            </a:r>
          </a:p>
          <a:p>
            <a:r>
              <a:rPr lang="en-US" dirty="0"/>
              <a:t>Python</a:t>
            </a:r>
            <a:r>
              <a:rPr lang="zh-TW" altLang="en-US" dirty="0"/>
              <a:t>相機開啟與錄影</a:t>
            </a:r>
            <a:endParaRPr lang="en-US" altLang="zh-TW" dirty="0"/>
          </a:p>
          <a:p>
            <a:pPr lvl="1"/>
            <a:r>
              <a:rPr lang="en-US" dirty="0"/>
              <a:t>/home/pi/Course/example/camera.py</a:t>
            </a:r>
          </a:p>
          <a:p>
            <a:r>
              <a:rPr lang="zh-TW" altLang="en-US" dirty="0"/>
              <a:t>其他可參考</a:t>
            </a:r>
            <a:endParaRPr lang="en-US" altLang="zh-TW" dirty="0"/>
          </a:p>
          <a:p>
            <a:pPr lvl="1"/>
            <a:r>
              <a:rPr lang="en-US" dirty="0"/>
              <a:t>/home/pi/DOGZILLA</a:t>
            </a:r>
          </a:p>
          <a:p>
            <a:pPr lvl="1"/>
            <a:r>
              <a:rPr lang="zh-TW" altLang="en-US" dirty="0"/>
              <a:t>註記</a:t>
            </a:r>
            <a:r>
              <a:rPr lang="en-US" altLang="zh-TW" dirty="0"/>
              <a:t>:</a:t>
            </a:r>
            <a:r>
              <a:rPr lang="zh-TW" altLang="en-US" dirty="0"/>
              <a:t>裡面的東西，不保證每個都可以動，但可以拿來參考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14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~present</Template>
  <TotalTime>513</TotalTime>
  <Words>329</Words>
  <Application>Microsoft Office PowerPoint</Application>
  <PresentationFormat>寬螢幕</PresentationFormat>
  <Paragraphs>51</Paragraphs>
  <Slides>10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</vt:lpstr>
      <vt:lpstr>Times New Roman</vt:lpstr>
      <vt:lpstr>Office 佈景主題</vt:lpstr>
      <vt:lpstr>DOGZILLA</vt:lpstr>
      <vt:lpstr>Outline</vt:lpstr>
      <vt:lpstr>Specification</vt:lpstr>
      <vt:lpstr>Boot</vt:lpstr>
      <vt:lpstr>SSH Remote Control</vt:lpstr>
      <vt:lpstr>Python Code to Control</vt:lpstr>
      <vt:lpstr>ROS2 Control- Node</vt:lpstr>
      <vt:lpstr>ROS2 Control- Movement Commands</vt:lpstr>
      <vt:lpstr>ROS2 Control- Movement Commands</vt:lpstr>
      <vt:lpstr>相關的Path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an75xauz@gmail.com</dc:creator>
  <cp:lastModifiedBy>子謙 曾</cp:lastModifiedBy>
  <cp:revision>20</cp:revision>
  <dcterms:created xsi:type="dcterms:W3CDTF">2025-03-11T07:51:51Z</dcterms:created>
  <dcterms:modified xsi:type="dcterms:W3CDTF">2026-07-04T13:27:13Z</dcterms:modified>
</cp:coreProperties>
</file>