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98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A43E1E-A2FE-4997-A19C-067CCF04A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EF594B3-0E0D-4CA7-BDE2-29B73553C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78C98A-C4D8-4E36-951D-225D7B909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38D77-B40A-4200-99D1-025C054DC34C}" type="datetimeFigureOut">
              <a:rPr lang="zh-TW" altLang="en-US" smtClean="0"/>
              <a:t>2025/3/3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C62240-14D9-453B-A295-06F98194F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8B6753-4C7A-41AA-B3A8-F64E4934A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33DE8-8390-4B94-9F9C-4A7C2FA65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790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5BEEEC-CF8F-4A7D-917D-AB268135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36D26B-5695-423F-B0DD-098BCA486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2EA597-925B-48A3-87F3-51A646A98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38D77-B40A-4200-99D1-025C054DC34C}" type="datetimeFigureOut">
              <a:rPr lang="zh-TW" altLang="en-US" smtClean="0"/>
              <a:t>2025/3/3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341854-4EB8-4676-AA2D-95B2AA3EA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3BD63B-CB8C-4950-9326-B59613DFA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33DE8-8390-4B94-9F9C-4A7C2FA65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5615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D7420D-CEC3-4F90-A699-DA156323A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EB834E8-42BA-4B2C-91A7-E1C62C258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B0541A-8C20-42F6-83E8-F506BBFBC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38D77-B40A-4200-99D1-025C054DC34C}" type="datetimeFigureOut">
              <a:rPr lang="zh-TW" altLang="en-US" smtClean="0"/>
              <a:t>2025/3/3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C55E60-F870-4C57-A123-C4A5ED659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AD7AE4-0303-4846-B735-8280CE349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33DE8-8390-4B94-9F9C-4A7C2FA65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2887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1A15AB-73B2-4B36-8B6B-9850274E2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845CDA-D6FC-4B52-9BEE-040F53D847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D9AA695-47EF-4B16-88FF-B5F6B45AA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9D5C529-1623-4CA3-8E3A-7D08B7404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38D77-B40A-4200-99D1-025C054DC34C}" type="datetimeFigureOut">
              <a:rPr lang="zh-TW" altLang="en-US" smtClean="0"/>
              <a:t>2025/3/3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D0C7F24-294A-4311-A6BF-CFF95EDE3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36E7D28-A8DF-4DA6-B2F9-CCDB0FA2B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33DE8-8390-4B94-9F9C-4A7C2FA65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678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8E8CF3-1877-4F0C-910D-63EDFCB8D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87F5C4-07C3-4193-A7DB-779F48EA0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AC3FD86-7D03-42CD-9DB9-E7A710AB5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98E59F9-9E30-402F-A314-FDB593696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FBC2FA7-1527-43FF-A48B-5303ED23E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B91B385-BEEC-42D8-931B-298D0B172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38D77-B40A-4200-99D1-025C054DC34C}" type="datetimeFigureOut">
              <a:rPr lang="zh-TW" altLang="en-US" smtClean="0"/>
              <a:t>2025/3/3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343DE27-BE12-4BDC-A6EF-6BB891A2A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3DD4AD1-5B4F-481E-B4CF-99CD14E98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33DE8-8390-4B94-9F9C-4A7C2FA65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6814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74A3A5-BC00-4CD0-8F94-143988383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7018D20-8A85-4737-A7E5-AF40D69FE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38D77-B40A-4200-99D1-025C054DC34C}" type="datetimeFigureOut">
              <a:rPr lang="zh-TW" altLang="en-US" smtClean="0"/>
              <a:t>2025/3/3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FCBF968-ED78-424D-9506-D696254E1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C8CE288-0CFC-4B08-B13C-01F2995BB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33DE8-8390-4B94-9F9C-4A7C2FA65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1543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A1EAA56-4866-4625-9DBD-9DF1D7B8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38D77-B40A-4200-99D1-025C054DC34C}" type="datetimeFigureOut">
              <a:rPr lang="zh-TW" altLang="en-US" smtClean="0"/>
              <a:t>2025/3/3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CF45581-3B8A-4CB7-B8F4-108DFEA55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5DDB37-DF5F-4ACD-BEDA-2267173D2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33DE8-8390-4B94-9F9C-4A7C2FA65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9310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AB3CCB-5128-4030-8E0D-C75F8B1D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D96BA5-D799-443F-A2F7-C481C2639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A060E6E-BB10-49F1-B08E-AC27F1953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02C3E8F-3F03-4F36-8E12-8CC73345E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38D77-B40A-4200-99D1-025C054DC34C}" type="datetimeFigureOut">
              <a:rPr lang="zh-TW" altLang="en-US" smtClean="0"/>
              <a:t>2025/3/3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D112ABD-5EC9-4D8C-B52C-402D5A8D9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81C84F7-C29A-4BAD-9665-65B1D44E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33DE8-8390-4B94-9F9C-4A7C2FA65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2880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CD569D-E527-456E-8833-AB0919AD6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E5B7752-AC83-4DDD-979A-F21DEC5BD9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B7B85E0-0079-4E2B-AAEA-F9215CDF8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FF6CA29-809B-47D3-9F2B-F56D2ED66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38D77-B40A-4200-99D1-025C054DC34C}" type="datetimeFigureOut">
              <a:rPr lang="zh-TW" altLang="en-US" smtClean="0"/>
              <a:t>2025/3/3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62AC32-B69C-4281-BB18-9BF7718CE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B4DF67-E741-4185-A97A-76B0C4397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33DE8-8390-4B94-9F9C-4A7C2FA65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4023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5C7DF8-23C5-4196-BE80-32572A08D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3CA4A14-2C25-4AB2-B8B5-D319680A1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77EC7E-D8E4-4D60-8C53-90E8BA77B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38D77-B40A-4200-99D1-025C054DC34C}" type="datetimeFigureOut">
              <a:rPr lang="zh-TW" altLang="en-US" smtClean="0"/>
              <a:t>2025/3/3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CA1E7D-E832-43D5-B72F-56C2AA89B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B7F4BE-47CC-4A1C-B44B-3B79ECBF8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33DE8-8390-4B94-9F9C-4A7C2FA65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3346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8192D2B-2B8E-4E33-92CD-C34F42CCF0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3B646D0-E15C-4CC2-AEFF-6FC2ECA20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443D24C-0FD4-40F8-BCB1-BA6F4E10A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38D77-B40A-4200-99D1-025C054DC34C}" type="datetimeFigureOut">
              <a:rPr lang="zh-TW" altLang="en-US" smtClean="0"/>
              <a:t>2025/3/3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358CA61-A88E-4DA0-AF4E-2D0BDF50C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A3B104-9579-4BCA-8483-9610DB07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33DE8-8390-4B94-9F9C-4A7C2FA65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8549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F8CE047-A3FE-4C77-8AED-348660633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C798FA-6798-47DC-A3E5-026D9E18F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E4E79F3-08F7-4A54-B824-370B43DCBB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38D77-B40A-4200-99D1-025C054DC34C}" type="datetimeFigureOut">
              <a:rPr lang="zh-TW" altLang="en-US" smtClean="0"/>
              <a:t>2025/3/3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469305-68CD-4BB0-9958-46E0F3514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7EC5F9-D126-466C-95A5-AED8A33B2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33DE8-8390-4B94-9F9C-4A7C2FA65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0297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5E8503-96C5-4DFC-B3AA-F47B81EFDE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DOGZILLA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9015D58-B5C5-47E3-B1B8-564271029E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39582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07D934-8FCD-4CDC-AEF9-2617E5FAD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6425"/>
          </a:xfrm>
        </p:spPr>
        <p:txBody>
          <a:bodyPr>
            <a:normAutofit/>
          </a:bodyPr>
          <a:lstStyle/>
          <a:p>
            <a:r>
              <a:rPr lang="zh-TW" altLang="en-US" sz="3600" dirty="0"/>
              <a:t>設備圖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79117EA-D910-44BF-A5F3-DB69B721E5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3" t="1868" r="2354" b="287"/>
          <a:stretch/>
        </p:blipFill>
        <p:spPr>
          <a:xfrm rot="16200000">
            <a:off x="5397033" y="526151"/>
            <a:ext cx="4558383" cy="6480701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AB4CFED-6D54-4D73-9FB1-8E746585D362}"/>
              </a:ext>
            </a:extLst>
          </p:cNvPr>
          <p:cNvSpPr txBox="1"/>
          <p:nvPr/>
        </p:nvSpPr>
        <p:spPr>
          <a:xfrm>
            <a:off x="1091953" y="1589103"/>
            <a:ext cx="2663301" cy="3674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1.DOGZILLA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本體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操控手柄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手機支架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安裝置手把上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4.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充電器</a:t>
            </a:r>
          </a:p>
        </p:txBody>
      </p:sp>
    </p:spTree>
    <p:extLst>
      <p:ext uri="{BB962C8B-B14F-4D97-AF65-F5344CB8AC3E}">
        <p14:creationId xmlns:p14="http://schemas.microsoft.com/office/powerpoint/2010/main" val="3961422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FF7F33-2A0E-474F-99AE-CE75E2596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5504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DOGZILLA</a:t>
            </a:r>
            <a:r>
              <a:rPr lang="zh-TW" altLang="en-US" sz="3600" dirty="0"/>
              <a:t>構造圖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26BE6E1-EFCC-4EC5-BE63-A5E6514F5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  <p:sp>
        <p:nvSpPr>
          <p:cNvPr id="6" name="箭號: 向右 5">
            <a:extLst>
              <a:ext uri="{FF2B5EF4-FFF2-40B4-BE49-F238E27FC236}">
                <a16:creationId xmlns:a16="http://schemas.microsoft.com/office/drawing/2014/main" id="{F21D16AC-D24E-4A8A-A1AF-579295AC61B2}"/>
              </a:ext>
            </a:extLst>
          </p:cNvPr>
          <p:cNvSpPr/>
          <p:nvPr/>
        </p:nvSpPr>
        <p:spPr>
          <a:xfrm>
            <a:off x="6312023" y="3306932"/>
            <a:ext cx="1959646" cy="12206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35144D9-F48C-4113-BD67-D40AB9C582A8}"/>
              </a:ext>
            </a:extLst>
          </p:cNvPr>
          <p:cNvSpPr txBox="1"/>
          <p:nvPr/>
        </p:nvSpPr>
        <p:spPr>
          <a:xfrm>
            <a:off x="8271669" y="3183300"/>
            <a:ext cx="2370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4 model B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8460C9D3-5ABB-4BF7-9F81-271B3C27D419}"/>
              </a:ext>
            </a:extLst>
          </p:cNvPr>
          <p:cNvSpPr/>
          <p:nvPr/>
        </p:nvSpPr>
        <p:spPr>
          <a:xfrm rot="13938265">
            <a:off x="4387048" y="2905213"/>
            <a:ext cx="593325" cy="20723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C16164C-2B15-4658-96BC-353142AEA7D1}"/>
              </a:ext>
            </a:extLst>
          </p:cNvPr>
          <p:cNvSpPr txBox="1"/>
          <p:nvPr/>
        </p:nvSpPr>
        <p:spPr>
          <a:xfrm>
            <a:off x="3927609" y="2348876"/>
            <a:ext cx="985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60BCCC79-419E-4689-A46D-0D0F97F62E0C}"/>
              </a:ext>
            </a:extLst>
          </p:cNvPr>
          <p:cNvSpPr/>
          <p:nvPr/>
        </p:nvSpPr>
        <p:spPr>
          <a:xfrm>
            <a:off x="6844683" y="3444632"/>
            <a:ext cx="180000" cy="1800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流程圖: 接點 10">
            <a:extLst>
              <a:ext uri="{FF2B5EF4-FFF2-40B4-BE49-F238E27FC236}">
                <a16:creationId xmlns:a16="http://schemas.microsoft.com/office/drawing/2014/main" id="{5A391FC4-C8B6-498A-82CD-5FE544F545C2}"/>
              </a:ext>
            </a:extLst>
          </p:cNvPr>
          <p:cNvSpPr/>
          <p:nvPr/>
        </p:nvSpPr>
        <p:spPr>
          <a:xfrm>
            <a:off x="7250711" y="3750477"/>
            <a:ext cx="180000" cy="1800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A1CDCC03-3D1A-41D7-99EC-24497048713A}"/>
              </a:ext>
            </a:extLst>
          </p:cNvPr>
          <p:cNvSpPr/>
          <p:nvPr/>
        </p:nvSpPr>
        <p:spPr>
          <a:xfrm>
            <a:off x="7791410" y="4114268"/>
            <a:ext cx="180000" cy="1800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764F286-FD0B-4565-B762-832850BE861A}"/>
              </a:ext>
            </a:extLst>
          </p:cNvPr>
          <p:cNvSpPr txBox="1"/>
          <p:nvPr/>
        </p:nvSpPr>
        <p:spPr>
          <a:xfrm>
            <a:off x="8271669" y="4001294"/>
            <a:ext cx="222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      為馬達位置</a:t>
            </a:r>
          </a:p>
        </p:txBody>
      </p:sp>
      <p:sp>
        <p:nvSpPr>
          <p:cNvPr id="15" name="流程圖: 接點 14">
            <a:extLst>
              <a:ext uri="{FF2B5EF4-FFF2-40B4-BE49-F238E27FC236}">
                <a16:creationId xmlns:a16="http://schemas.microsoft.com/office/drawing/2014/main" id="{4093D35F-E46D-440E-8D7C-DFAF2B81BFA3}"/>
              </a:ext>
            </a:extLst>
          </p:cNvPr>
          <p:cNvSpPr/>
          <p:nvPr/>
        </p:nvSpPr>
        <p:spPr>
          <a:xfrm>
            <a:off x="8481928" y="4095960"/>
            <a:ext cx="180000" cy="1800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C073309F-0DAE-43B7-A956-D22C1EBDC845}"/>
              </a:ext>
            </a:extLst>
          </p:cNvPr>
          <p:cNvSpPr/>
          <p:nvPr/>
        </p:nvSpPr>
        <p:spPr>
          <a:xfrm rot="1410595">
            <a:off x="7222833" y="3714485"/>
            <a:ext cx="1255148" cy="12140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42945ACD-C7F9-4539-8666-FADBF490991B}"/>
              </a:ext>
            </a:extLst>
          </p:cNvPr>
          <p:cNvSpPr/>
          <p:nvPr/>
        </p:nvSpPr>
        <p:spPr>
          <a:xfrm rot="905342">
            <a:off x="7516272" y="3980919"/>
            <a:ext cx="862412" cy="9973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67493C0C-985D-4B45-8680-B9709AE55577}"/>
              </a:ext>
            </a:extLst>
          </p:cNvPr>
          <p:cNvSpPr/>
          <p:nvPr/>
        </p:nvSpPr>
        <p:spPr>
          <a:xfrm rot="21132218" flipV="1">
            <a:off x="8074395" y="4228883"/>
            <a:ext cx="365869" cy="1258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5982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EF2DCC-B776-46CA-97F7-6A5F275B1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熱點模式與</a:t>
            </a:r>
            <a:r>
              <a:rPr lang="en-US" altLang="zh-TW" dirty="0"/>
              <a:t>Wi-Fi</a:t>
            </a:r>
            <a:r>
              <a:rPr lang="zh-TW" altLang="en-US" dirty="0"/>
              <a:t>設置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1B731E-BD42-4BDE-BF5E-9FB6EC557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/>
              <a:t>(1)</a:t>
            </a:r>
            <a:r>
              <a:rPr lang="zh-TW" altLang="en-US" dirty="0"/>
              <a:t>開啟</a:t>
            </a:r>
            <a:r>
              <a:rPr lang="en-US" altLang="zh-TW" dirty="0"/>
              <a:t>/</a:t>
            </a:r>
            <a:r>
              <a:rPr lang="zh-TW" altLang="en-US" dirty="0"/>
              <a:t>關閉熱點模式</a:t>
            </a:r>
            <a:r>
              <a:rPr lang="en-US" altLang="zh-TW" dirty="0"/>
              <a:t>:</a:t>
            </a:r>
          </a:p>
          <a:p>
            <a:pPr marL="0" indent="0">
              <a:buNone/>
            </a:pPr>
            <a:r>
              <a:rPr lang="en-US" altLang="zh-TW" dirty="0"/>
              <a:t>1.</a:t>
            </a:r>
            <a:r>
              <a:rPr lang="zh-TW" altLang="en-US" dirty="0"/>
              <a:t>開啟樹梅派終端，輸入</a:t>
            </a:r>
            <a:r>
              <a:rPr lang="en-US" altLang="zh-TW" dirty="0"/>
              <a:t>:nm-connection-editor</a:t>
            </a:r>
          </a:p>
          <a:p>
            <a:pPr marL="0" indent="0">
              <a:buNone/>
            </a:pPr>
            <a:r>
              <a:rPr lang="en-US" altLang="zh-TW" dirty="0"/>
              <a:t>2.</a:t>
            </a:r>
            <a:r>
              <a:rPr lang="zh-TW" altLang="en-US" dirty="0"/>
              <a:t>點擊</a:t>
            </a:r>
            <a:r>
              <a:rPr lang="en-US" altLang="zh-TW" dirty="0"/>
              <a:t>general</a:t>
            </a:r>
            <a:r>
              <a:rPr lang="zh-TW" altLang="en-US" dirty="0"/>
              <a:t>，打勾</a:t>
            </a:r>
            <a:r>
              <a:rPr lang="en-US" altLang="zh-TW" dirty="0"/>
              <a:t>Connect automatically with priority</a:t>
            </a:r>
            <a:r>
              <a:rPr lang="zh-TW" altLang="en-US" dirty="0"/>
              <a:t>，並調整高優先度即可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3.</a:t>
            </a:r>
            <a:r>
              <a:rPr lang="zh-TW" altLang="en-US" dirty="0"/>
              <a:t>關閉熱點時，在系統設置</a:t>
            </a:r>
            <a:r>
              <a:rPr lang="en-US" altLang="zh-TW" dirty="0"/>
              <a:t>Wi-Fi</a:t>
            </a:r>
            <a:r>
              <a:rPr lang="zh-TW" altLang="en-US" dirty="0"/>
              <a:t>裡把</a:t>
            </a:r>
            <a:r>
              <a:rPr lang="en-US" altLang="zh-TW" dirty="0"/>
              <a:t>Wi-Fi Hotspot</a:t>
            </a:r>
            <a:r>
              <a:rPr lang="zh-TW" altLang="en-US" dirty="0"/>
              <a:t>的按鈕關閉即可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(2)</a:t>
            </a:r>
            <a:r>
              <a:rPr lang="zh-TW" altLang="en-US" dirty="0"/>
              <a:t>連接</a:t>
            </a:r>
            <a:r>
              <a:rPr lang="en-US" altLang="zh-TW" dirty="0"/>
              <a:t>Wi-Fi</a:t>
            </a:r>
            <a:r>
              <a:rPr lang="zh-TW" altLang="en-US" dirty="0"/>
              <a:t>信號</a:t>
            </a:r>
            <a:r>
              <a:rPr lang="en-US" altLang="zh-TW" dirty="0"/>
              <a:t>:</a:t>
            </a:r>
          </a:p>
          <a:p>
            <a:pPr marL="0" indent="0">
              <a:buNone/>
            </a:pPr>
            <a:r>
              <a:rPr lang="en-US" altLang="zh-TW" dirty="0"/>
              <a:t>1.</a:t>
            </a:r>
            <a:r>
              <a:rPr lang="zh-TW" altLang="en-US" dirty="0"/>
              <a:t>選取</a:t>
            </a:r>
            <a:r>
              <a:rPr lang="en-US" altLang="zh-TW" dirty="0"/>
              <a:t>Wi-Fi</a:t>
            </a:r>
            <a:r>
              <a:rPr lang="zh-TW" altLang="en-US" dirty="0"/>
              <a:t>並輸入密碼連線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2.</a:t>
            </a:r>
            <a:r>
              <a:rPr lang="zh-TW" altLang="en-US" dirty="0"/>
              <a:t>首次連線需要設置共享，即可連接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共享</a:t>
            </a:r>
            <a:r>
              <a:rPr lang="en-US" altLang="zh-TW" dirty="0"/>
              <a:t>:</a:t>
            </a:r>
            <a:r>
              <a:rPr lang="zh-TW" altLang="en-US" dirty="0"/>
              <a:t>打開對應</a:t>
            </a:r>
            <a:r>
              <a:rPr lang="en-US" altLang="zh-TW" dirty="0"/>
              <a:t>Wi-Fi</a:t>
            </a:r>
            <a:r>
              <a:rPr lang="zh-TW" altLang="en-US" dirty="0"/>
              <a:t>的</a:t>
            </a:r>
            <a:r>
              <a:rPr lang="en-US" altLang="zh-TW" dirty="0"/>
              <a:t>screen sharing</a:t>
            </a:r>
            <a:r>
              <a:rPr lang="zh-TW" altLang="en-US" dirty="0"/>
              <a:t>即可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63027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CB4EDE-5195-4494-BC03-F25AF46DD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9566"/>
          </a:xfrm>
        </p:spPr>
        <p:txBody>
          <a:bodyPr>
            <a:normAutofit/>
          </a:bodyPr>
          <a:lstStyle/>
          <a:p>
            <a:r>
              <a:rPr lang="zh-TW" altLang="en-US" dirty="0"/>
              <a:t>手動控制</a:t>
            </a:r>
            <a:r>
              <a:rPr lang="en-US" altLang="zh-TW" dirty="0"/>
              <a:t>(</a:t>
            </a:r>
            <a:r>
              <a:rPr lang="zh-TW" altLang="en-US" dirty="0"/>
              <a:t>搖桿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642C90-0B20-444D-9146-60E182FED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取出搖桿旁的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接收器，插入樹梅派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接口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切換搖桿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開關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按下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，即可開啟操控模式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226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209691-C5BE-40D9-AE77-DC9AF572C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手動控制</a:t>
            </a:r>
            <a:r>
              <a:rPr lang="en-US" altLang="zh-TW" dirty="0"/>
              <a:t>(</a:t>
            </a:r>
            <a:r>
              <a:rPr lang="zh-TW" altLang="en-US" dirty="0"/>
              <a:t>手機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267212-CDCB-48D4-8841-082CB37D9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下載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App:</a:t>
            </a: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Android(Google Play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應用商店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YahboomRobot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IOS(App store):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YahboomRobot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連線至與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DOGZILLA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相同網域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WiFi:T1-204A</a:t>
            </a: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Password:A123456789</a:t>
            </a: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打開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，選擇</a:t>
            </a:r>
            <a:r>
              <a:rPr lang="zh-TW" altLang="en-US" sz="2000" dirty="0"/>
              <a:t>「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機器人中</a:t>
            </a:r>
            <a:r>
              <a:rPr lang="zh-TW" altLang="en-US" sz="2000" dirty="0"/>
              <a:t>」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TW" altLang="en-US" sz="2000" dirty="0"/>
              <a:t>「</a:t>
            </a:r>
            <a:r>
              <a:rPr lang="zh-TW" altLang="en-US" sz="2000" b="1" dirty="0"/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DOGZILLA</a:t>
            </a:r>
            <a:r>
              <a:rPr lang="zh-TW" altLang="en-US" sz="2000" dirty="0"/>
              <a:t> 」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填寫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IP:192.168.50.54(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依據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DOGZILLA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OLED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螢幕顯示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取默認值即可。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625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9154CC-9C30-432B-93C2-A35F30F9D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自動控制</a:t>
            </a:r>
            <a:r>
              <a:rPr lang="en-US" altLang="zh-TW" dirty="0"/>
              <a:t>(</a:t>
            </a:r>
            <a:r>
              <a:rPr lang="zh-TW" altLang="en-US" dirty="0"/>
              <a:t>電腦虛擬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E2BA7A-5F83-4356-A772-0F80147F3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下載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VNC-Viewer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軟件到電腦上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輸入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DOGZILLA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OLED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螢幕上的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位址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(192.168.50.54)</a:t>
            </a: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再輸入密碼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yahboom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注意電腦與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DOGZILLA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需要同一網域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，即可進入介面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4.Google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網址輸入</a:t>
            </a:r>
            <a:r>
              <a:rPr lang="zh-TW" altLang="en-US" sz="2000" dirty="0"/>
              <a:t>「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TW" altLang="en-US" sz="2000" dirty="0"/>
              <a:t>位址</a:t>
            </a:r>
            <a:r>
              <a:rPr lang="en-US" altLang="zh-TW" sz="2000" dirty="0"/>
              <a:t>: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8888</a:t>
            </a:r>
            <a:r>
              <a:rPr lang="zh-TW" altLang="en-US" sz="2000" dirty="0"/>
              <a:t> 」，即可進入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zh-TW" altLang="en-US" sz="2000" dirty="0"/>
              <a:t>頁面，可執行數個任務</a:t>
            </a:r>
            <a:endParaRPr lang="en-US" altLang="zh-TW" sz="2000" dirty="0"/>
          </a:p>
          <a:p>
            <a:pPr marL="0" indent="0"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SSH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IP: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DOGZILLA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OLED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螢幕上的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位址</a:t>
            </a:r>
            <a:b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USERNAME: pi</a:t>
            </a: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PWD: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yahboom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C46A760-9A06-E964-5CBA-45B3002A6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535" y="4770299"/>
            <a:ext cx="5052720" cy="122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00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09D2A261-FDC0-758B-DE9B-115ADA3B4D49}"/>
              </a:ext>
            </a:extLst>
          </p:cNvPr>
          <p:cNvSpPr txBox="1"/>
          <p:nvPr/>
        </p:nvSpPr>
        <p:spPr>
          <a:xfrm>
            <a:off x="232251" y="618696"/>
            <a:ext cx="1195974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DOGZILLA S1</a:t>
            </a:r>
            <a:r>
              <a:rPr lang="zh-TW" altLang="en-US" sz="2800" dirty="0"/>
              <a:t>机器狗资料地址：</a:t>
            </a:r>
            <a:r>
              <a:rPr lang="en-US" altLang="zh-TW" sz="2800" dirty="0"/>
              <a:t>https://www.yahboom.com/study/DOGZILLA-S1</a:t>
            </a:r>
          </a:p>
          <a:p>
            <a:r>
              <a:rPr lang="zh-TW" altLang="en-US" sz="2800" dirty="0"/>
              <a:t>提取码：</a:t>
            </a:r>
            <a:r>
              <a:rPr lang="en-US" altLang="zh-TW" sz="2800" dirty="0" err="1"/>
              <a:t>dgue</a:t>
            </a:r>
            <a:endParaRPr lang="zh-TW" altLang="en-US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50A7470-C2BA-767C-09CD-FF7373337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915" y="2047562"/>
            <a:ext cx="7498967" cy="387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716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369</Words>
  <Application>Microsoft Office PowerPoint</Application>
  <PresentationFormat>寬螢幕</PresentationFormat>
  <Paragraphs>43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標楷體</vt:lpstr>
      <vt:lpstr>Arial</vt:lpstr>
      <vt:lpstr>Calibri</vt:lpstr>
      <vt:lpstr>Calibri Light</vt:lpstr>
      <vt:lpstr>Times New Roman</vt:lpstr>
      <vt:lpstr>Office 佈景主題</vt:lpstr>
      <vt:lpstr>DOGZILLA</vt:lpstr>
      <vt:lpstr>設備圖</vt:lpstr>
      <vt:lpstr>DOGZILLA構造圖</vt:lpstr>
      <vt:lpstr>熱點模式與Wi-Fi設置</vt:lpstr>
      <vt:lpstr>手動控制(搖桿)</vt:lpstr>
      <vt:lpstr>手動控制(手機App)</vt:lpstr>
      <vt:lpstr>自動控制(電腦虛擬)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DOGZILLA</dc:title>
  <dc:creator>user</dc:creator>
  <cp:lastModifiedBy>M11212027</cp:lastModifiedBy>
  <cp:revision>20</cp:revision>
  <dcterms:created xsi:type="dcterms:W3CDTF">2023-01-05T08:39:25Z</dcterms:created>
  <dcterms:modified xsi:type="dcterms:W3CDTF">2025-03-03T05:01:19Z</dcterms:modified>
</cp:coreProperties>
</file>