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3" r:id="rId4"/>
    <p:sldId id="265" r:id="rId5"/>
    <p:sldId id="260" r:id="rId6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034" autoAdjust="0"/>
    <p:restoredTop sz="94660"/>
  </p:normalViewPr>
  <p:slideViewPr>
    <p:cSldViewPr snapToGrid="0">
      <p:cViewPr varScale="1">
        <p:scale>
          <a:sx n="86" d="100"/>
          <a:sy n="86" d="100"/>
        </p:scale>
        <p:origin x="37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3F50CC0-4205-D658-BDE6-B0BE2B1033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BAD883F9-6729-7AC3-4805-052344E105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E7AAF95-154D-D191-6BDD-3D16D6D5C1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04A316-D5AF-4126-83F3-D6225A286C1B}" type="datetimeFigureOut">
              <a:rPr lang="zh-TW" altLang="en-US" smtClean="0"/>
              <a:t>2025/8/26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437FB4A-D2E1-72A9-2EA9-1186D205E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1D5DCA3-3C21-E677-D0AC-77B8C1B2FD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05BDF-B3C8-4F30-AC0F-B1FB8A0A46B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769899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59FC4BF-E25D-4B31-0923-F617F5A14E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BC78C83-790D-BEC9-F235-376299085B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C3EF118-CE9F-0578-E9C3-764D30DD75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04A316-D5AF-4126-83F3-D6225A286C1B}" type="datetimeFigureOut">
              <a:rPr lang="zh-TW" altLang="en-US" smtClean="0"/>
              <a:t>2025/8/26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900E8AB-7138-E117-B1AD-DC80E0B7FF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7883DF6-EDC0-F3D4-5D9F-0B239A51C8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05BDF-B3C8-4F30-AC0F-B1FB8A0A46B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464677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A54E591-C872-9325-47B1-C61FA3C1E9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BD36B651-DDBB-1DD5-69AC-49687EFB80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DA945CD-3C99-C46A-5889-8F9B310F6B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04A316-D5AF-4126-83F3-D6225A286C1B}" type="datetimeFigureOut">
              <a:rPr lang="zh-TW" altLang="en-US" smtClean="0"/>
              <a:t>2025/8/26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F2713F1-40A6-E37E-022D-9D078DD1C4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22FA477-DEE5-945F-0452-7B050CB08B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05BDF-B3C8-4F30-AC0F-B1FB8A0A46B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691758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BE980FF-06E9-571F-34D8-DEBECBACC4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5AFD05B-AD3C-37FD-9681-1A4F835D78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2F660991-A259-E896-C3BF-028F22B5CD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093D56B7-BAA5-C972-38E1-5DC94D58A5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04A316-D5AF-4126-83F3-D6225A286C1B}" type="datetimeFigureOut">
              <a:rPr lang="zh-TW" altLang="en-US" smtClean="0"/>
              <a:t>2025/8/26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55B6411C-B9A2-C334-7C5A-1E986C6A3D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8B811443-91BE-4454-E09A-2EEFB99017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05BDF-B3C8-4F30-AC0F-B1FB8A0A46B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557687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1EA8A1D-0736-3F19-EA09-0A18EF96CB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46CB1803-24FA-25D7-A01A-16418DFC09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8509DAC5-77AD-1D56-5690-E80508A80E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03224592-9A7D-24B8-AF98-5E1B96F7536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EFCF1FB0-313E-F22D-B79E-D8748CB8F1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CC528EF1-60DF-F508-FFA7-3C78296CF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04A316-D5AF-4126-83F3-D6225A286C1B}" type="datetimeFigureOut">
              <a:rPr lang="zh-TW" altLang="en-US" smtClean="0"/>
              <a:t>2025/8/26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98927E8D-4EDA-D540-A019-BA7F67E074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45A69CBC-0286-527B-91A7-81C8B007D9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05BDF-B3C8-4F30-AC0F-B1FB8A0A46B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180683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4A4DAEA-8D85-FFCC-06F5-9EB0929939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4D0AA118-8E7A-7F50-4419-D158328F1B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04A316-D5AF-4126-83F3-D6225A286C1B}" type="datetimeFigureOut">
              <a:rPr lang="zh-TW" altLang="en-US" smtClean="0"/>
              <a:t>2025/8/26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1DFD89B7-3B52-8C9C-12CB-2058DE91FA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9DD566D6-A6FF-BFE5-F8F3-7524DAF680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05BDF-B3C8-4F30-AC0F-B1FB8A0A46B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795889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6A87F3D7-F8E2-5BFE-22AC-7085964C86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04A316-D5AF-4126-83F3-D6225A286C1B}" type="datetimeFigureOut">
              <a:rPr lang="zh-TW" altLang="en-US" smtClean="0"/>
              <a:t>2025/8/26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01EF1318-7EEE-CDD0-FCF7-92BD28E6D2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941A44E-06F3-CEB0-D25B-2A268BB3E7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05BDF-B3C8-4F30-AC0F-B1FB8A0A46B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830603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FD93C91-22A2-2C02-1E2E-1BF83844E9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2C1DA1B-3FA5-72EA-437B-A69B73D2A5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FBEAF845-B865-635E-9D9C-7CAD227DD0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767C930B-6753-D841-4EE5-FB68FF668B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04A316-D5AF-4126-83F3-D6225A286C1B}" type="datetimeFigureOut">
              <a:rPr lang="zh-TW" altLang="en-US" smtClean="0"/>
              <a:t>2025/8/26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7A18C3F1-8E4E-ECE9-9A5D-C1ECC3147A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1B0B4E5A-09FB-8BF4-5D03-85E4384E13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05BDF-B3C8-4F30-AC0F-B1FB8A0A46B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45201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633F96F-51CB-A24B-6986-259FD7DD14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B163131A-9AD2-F406-9FA3-F7AA330A37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647372E2-C553-CB65-554C-C8447B2DBF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82985B5A-7E8F-327D-985E-34FFCDB53C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04A316-D5AF-4126-83F3-D6225A286C1B}" type="datetimeFigureOut">
              <a:rPr lang="zh-TW" altLang="en-US" smtClean="0"/>
              <a:t>2025/8/26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38E2CB87-DAE5-ED87-8D08-DEB7E3CEB7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CCEF6659-E9D4-1AC6-B3F3-FA6FA9149F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05BDF-B3C8-4F30-AC0F-B1FB8A0A46B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692654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9D738FA-46B6-8302-3FD4-DBE6E473F8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B2BF126C-3D20-6253-0B04-CBAE4423B4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5EBBC66-818D-8564-09BB-C1F70A600E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04A316-D5AF-4126-83F3-D6225A286C1B}" type="datetimeFigureOut">
              <a:rPr lang="zh-TW" altLang="en-US" smtClean="0"/>
              <a:t>2025/8/26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3F0E7BA-5099-D9BA-3E8C-F404678D4B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0F144CE-F237-96CA-D85E-653A3088C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05BDF-B3C8-4F30-AC0F-B1FB8A0A46B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576546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A8083670-08E6-896F-A1A5-F9FB8BC6235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E46E7CFB-2C2E-303C-5AEE-FCB663B17B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EEF698C-A017-9D17-9168-FA15CEB4D8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04A316-D5AF-4126-83F3-D6225A286C1B}" type="datetimeFigureOut">
              <a:rPr lang="zh-TW" altLang="en-US" smtClean="0"/>
              <a:t>2025/8/26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31C9495-CF0C-FD39-5E77-4FCE2A9A36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A927875-C488-580A-458C-3449D77A4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05BDF-B3C8-4F30-AC0F-B1FB8A0A46B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2931999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DB219A6-8E96-8B8B-994C-A54465E8FF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39D07B60-7619-884F-5ADB-95ED2978C4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4DD1B07-0B69-926D-5797-FC8EFA5EA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04A316-D5AF-4126-83F3-D6225A286C1B}" type="datetimeFigureOut">
              <a:rPr lang="zh-TW" altLang="en-US" smtClean="0"/>
              <a:t>2025/8/26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FA05B86-B15C-EDFC-E9E4-8A199653EB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F76A78A-64DA-A60D-7B17-64B9CE3E8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05BDF-B3C8-4F30-AC0F-B1FB8A0A46B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974300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DDA1352F-4F6F-F52C-5429-D74AEA12BE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3910E414-DEB3-211B-B8E0-0F4CC6C79B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4999145-3B5F-D967-AED1-2AF5D2307D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04A316-D5AF-4126-83F3-D6225A286C1B}" type="datetimeFigureOut">
              <a:rPr lang="zh-TW" altLang="en-US" smtClean="0"/>
              <a:t>2025/8/26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9B7794D-E090-B4E8-2029-00FC057691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F6E6A7A-EDE5-5E38-8508-D61B06C062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6E05BDF-B3C8-4F30-AC0F-B1FB8A0A46B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709383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34F1179-B481-4F9E-BCA3-AFB972070F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ight Triangle 10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E04B5EB-F158-4507-90DD-BD23620C7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0228F44E-DC51-4FF0-B48C-4022DE25B0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5241" y="1008993"/>
            <a:ext cx="9231410" cy="3542045"/>
          </a:xfrm>
        </p:spPr>
        <p:txBody>
          <a:bodyPr anchor="b">
            <a:normAutofit/>
          </a:bodyPr>
          <a:lstStyle/>
          <a:p>
            <a:pPr marR="0" algn="l" rtl="0"/>
            <a:r>
              <a:rPr lang="en-US" altLang="zh-TW" sz="11500" b="0" i="0" u="none" strike="noStrike" kern="1400" baseline="0" dirty="0">
                <a:latin typeface="Cambria" panose="02040503050406030204" pitchFamily="18" charset="0"/>
                <a:ea typeface="新細明體" panose="02020500000000000000" pitchFamily="18" charset="-120"/>
              </a:rPr>
              <a:t>DOGZILLA</a:t>
            </a:r>
            <a:endParaRPr lang="en-US" altLang="zh-TW" sz="11500" b="0" i="0" u="none" strike="noStrike" kern="1400" baseline="0" dirty="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0836455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9B190033-E9F0-06E7-2632-2CB834FF20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5767" y="1188637"/>
            <a:ext cx="2988234" cy="448072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R="0" algn="r"/>
            <a:r>
              <a:rPr lang="en-US" altLang="zh-TW" sz="6600" b="0" i="0" u="none" strike="noStrike" kern="1200" baseline="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Outline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848C4CF0-4404-27B7-7E70-35838128EE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55260" y="1648870"/>
            <a:ext cx="4702848" cy="356026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R="0" lvl="1"/>
            <a:r>
              <a:rPr lang="en-US" altLang="zh-TW" b="0" i="0" u="none" strike="noStrike" baseline="0" dirty="0"/>
              <a:t>Boot</a:t>
            </a:r>
          </a:p>
          <a:p>
            <a:pPr marR="0" lvl="1"/>
            <a:r>
              <a:rPr lang="en-US" altLang="zh-TW" b="0" i="0" u="none" strike="noStrike" baseline="0" dirty="0"/>
              <a:t>SSH connect</a:t>
            </a:r>
          </a:p>
          <a:p>
            <a:pPr marR="0" lvl="1"/>
            <a:r>
              <a:rPr lang="en-US" altLang="zh-TW" b="0" i="0" u="none" strike="noStrike" baseline="0" dirty="0"/>
              <a:t>Python Code to Control</a:t>
            </a:r>
          </a:p>
          <a:p>
            <a:pPr marR="0" lvl="1"/>
            <a:r>
              <a:rPr lang="en-US" altLang="zh-TW" b="0" i="0" u="none" strike="noStrike" baseline="0" dirty="0"/>
              <a:t>Charge</a:t>
            </a:r>
          </a:p>
        </p:txBody>
      </p:sp>
    </p:spTree>
    <p:extLst>
      <p:ext uri="{BB962C8B-B14F-4D97-AF65-F5344CB8AC3E}">
        <p14:creationId xmlns:p14="http://schemas.microsoft.com/office/powerpoint/2010/main" val="41205335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2ADFCB6-9EAA-64EF-6100-3CC0B5C882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201CC55D-ED54-4C5C-95E6-10947BD110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F2A171D6-43B4-B092-BA19-D71B042FEB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560" y="856180"/>
            <a:ext cx="4560584" cy="112806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R="0"/>
            <a:r>
              <a:rPr lang="en-US" altLang="zh-TW" sz="4000" b="0" i="0" u="none" strike="noStrike" baseline="0" dirty="0"/>
              <a:t>Boot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1DE889C7-FAD6-4397-98E2-05D5034844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083484"/>
            <a:ext cx="355196" cy="673460"/>
            <a:chOff x="0" y="823811"/>
            <a:chExt cx="355196" cy="673460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23811"/>
              <a:ext cx="87363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9341" y="823811"/>
              <a:ext cx="195855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7" name="Rectangle 36">
            <a:extLst>
              <a:ext uri="{FF2B5EF4-FFF2-40B4-BE49-F238E27FC236}">
                <a16:creationId xmlns:a16="http://schemas.microsoft.com/office/drawing/2014/main" id="{3873B707-463F-40B0-8227-E8CC6C67E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65085" y="2090569"/>
            <a:ext cx="429768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380DE76E-5AA9-4AA3-3C6E-2596D2E034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0719" y="2330505"/>
            <a:ext cx="4559425" cy="397958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altLang="zh-TW" sz="2400" dirty="0"/>
              <a:t>Press switch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zh-TW" sz="2400" dirty="0"/>
              <a:t>Waiting for the robot dog to initialize until it stretches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zh-TW" sz="2400" dirty="0"/>
              <a:t>When robot back to the normal attitude, and you can connect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C13237C8-E62C-4F0D-A318-BD6FB6C2D1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513853"/>
            <a:ext cx="6009366" cy="583457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圖片 4" descr="一張含有 地面, 機器人, 地板 的圖片&#10;&#10;AI 產生的內容可能不正確。">
            <a:extLst>
              <a:ext uri="{FF2B5EF4-FFF2-40B4-BE49-F238E27FC236}">
                <a16:creationId xmlns:a16="http://schemas.microsoft.com/office/drawing/2014/main" id="{78132675-FED0-2CE4-5C81-045903DC3A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170" r="17127" b="2"/>
          <a:stretch/>
        </p:blipFill>
        <p:spPr>
          <a:xfrm rot="5400000">
            <a:off x="6060845" y="716295"/>
            <a:ext cx="5259296" cy="5425410"/>
          </a:xfrm>
          <a:prstGeom prst="rect">
            <a:avLst/>
          </a:prstGeom>
        </p:spPr>
      </p:pic>
      <p:cxnSp>
        <p:nvCxnSpPr>
          <p:cNvPr id="6" name="直線單箭頭接點 5">
            <a:extLst>
              <a:ext uri="{FF2B5EF4-FFF2-40B4-BE49-F238E27FC236}">
                <a16:creationId xmlns:a16="http://schemas.microsoft.com/office/drawing/2014/main" id="{154F597E-C15E-AFB0-9B72-193C63A99CED}"/>
              </a:ext>
            </a:extLst>
          </p:cNvPr>
          <p:cNvCxnSpPr>
            <a:cxnSpLocks/>
          </p:cNvCxnSpPr>
          <p:nvPr/>
        </p:nvCxnSpPr>
        <p:spPr>
          <a:xfrm>
            <a:off x="7158182" y="3925454"/>
            <a:ext cx="1333730" cy="0"/>
          </a:xfrm>
          <a:prstGeom prst="straightConnector1">
            <a:avLst/>
          </a:prstGeom>
          <a:ln w="19050" cap="flat" cmpd="sng" algn="ctr">
            <a:solidFill>
              <a:srgbClr val="FFFF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8" name="橢圓 7">
            <a:extLst>
              <a:ext uri="{FF2B5EF4-FFF2-40B4-BE49-F238E27FC236}">
                <a16:creationId xmlns:a16="http://schemas.microsoft.com/office/drawing/2014/main" id="{495067E8-9A78-43AC-8A0D-04236C073B86}"/>
              </a:ext>
            </a:extLst>
          </p:cNvPr>
          <p:cNvSpPr/>
          <p:nvPr/>
        </p:nvSpPr>
        <p:spPr>
          <a:xfrm>
            <a:off x="8491912" y="3722255"/>
            <a:ext cx="393470" cy="406392"/>
          </a:xfrm>
          <a:prstGeom prst="ellipse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D4EE893E-C410-79D8-D6AC-99A0E1879669}"/>
              </a:ext>
            </a:extLst>
          </p:cNvPr>
          <p:cNvSpPr txBox="1"/>
          <p:nvPr/>
        </p:nvSpPr>
        <p:spPr>
          <a:xfrm>
            <a:off x="6413351" y="3722255"/>
            <a:ext cx="766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highlight>
                  <a:srgbClr val="FFFF00"/>
                </a:highlight>
              </a:rPr>
              <a:t>Press</a:t>
            </a:r>
            <a:endParaRPr lang="zh-TW" altLang="en-US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9276002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5F441D5-14DC-1B75-5BFD-FCF366B896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B49FA234-5094-BDF3-F874-2884ECFF63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BB0A5C17-DEDA-A1D1-B6CC-51B026C6BE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560" y="856180"/>
            <a:ext cx="4560584" cy="112806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R="0"/>
            <a:r>
              <a:rPr lang="en-US" altLang="zh-TW" sz="4000" b="0" i="0" u="none" strike="noStrike" baseline="0" dirty="0"/>
              <a:t>SSH </a:t>
            </a:r>
            <a:r>
              <a:rPr lang="en-US" altLang="zh-TW" sz="4000" dirty="0"/>
              <a:t>R</a:t>
            </a:r>
            <a:r>
              <a:rPr lang="en-US" altLang="zh-TW" sz="4000" b="0" i="0" u="none" strike="noStrike" baseline="0" dirty="0"/>
              <a:t>emote Control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E78CE165-EBE8-E417-650A-560A83406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083484"/>
            <a:ext cx="355196" cy="673460"/>
            <a:chOff x="0" y="823811"/>
            <a:chExt cx="355196" cy="673460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42630DF6-4AAA-9DF1-CF85-56136A149A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23811"/>
              <a:ext cx="87363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2482EE4E-302D-C2EE-E533-31E49AD37C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9341" y="823811"/>
              <a:ext cx="195855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7" name="Rectangle 36">
            <a:extLst>
              <a:ext uri="{FF2B5EF4-FFF2-40B4-BE49-F238E27FC236}">
                <a16:creationId xmlns:a16="http://schemas.microsoft.com/office/drawing/2014/main" id="{54470B5A-68A3-E129-2FAD-9EE05294BB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65085" y="2090569"/>
            <a:ext cx="429768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9A4F3E81-0087-65BD-B25B-45116EC5CF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0719" y="2118001"/>
            <a:ext cx="5095090" cy="397958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TW" sz="2400" dirty="0">
                <a:highlight>
                  <a:srgbClr val="FFFF00"/>
                </a:highlight>
              </a:rPr>
              <a:t>IP</a:t>
            </a:r>
            <a:r>
              <a:rPr lang="zh-TW" altLang="en-US" sz="2400" dirty="0">
                <a:highlight>
                  <a:srgbClr val="FFFF00"/>
                </a:highlight>
              </a:rPr>
              <a:t> </a:t>
            </a:r>
            <a:r>
              <a:rPr lang="en-US" altLang="zh-TW" sz="2400" dirty="0">
                <a:highlight>
                  <a:srgbClr val="FFFF00"/>
                </a:highlight>
              </a:rPr>
              <a:t>Adress</a:t>
            </a:r>
            <a:r>
              <a:rPr lang="en-US" altLang="zh-TW" sz="2400" dirty="0"/>
              <a:t>: </a:t>
            </a:r>
            <a:r>
              <a:rPr lang="en-US" altLang="zh-TW" sz="2400" dirty="0">
                <a:solidFill>
                  <a:srgbClr val="FF0000"/>
                </a:solidFill>
              </a:rPr>
              <a:t>See on the Robot screen</a:t>
            </a:r>
          </a:p>
          <a:p>
            <a:r>
              <a:rPr lang="en-US" altLang="zh-TW" sz="2400" dirty="0">
                <a:highlight>
                  <a:srgbClr val="FFFF00"/>
                </a:highlight>
              </a:rPr>
              <a:t>Username</a:t>
            </a:r>
            <a:r>
              <a:rPr lang="en-US" altLang="zh-TW" sz="2400" dirty="0"/>
              <a:t>: pi</a:t>
            </a:r>
          </a:p>
          <a:p>
            <a:r>
              <a:rPr lang="en-US" altLang="zh-TW" sz="2400" dirty="0">
                <a:highlight>
                  <a:srgbClr val="FFFF00"/>
                </a:highlight>
              </a:rPr>
              <a:t>Password</a:t>
            </a:r>
            <a:r>
              <a:rPr lang="en-US" altLang="zh-TW" sz="2400" dirty="0"/>
              <a:t>: </a:t>
            </a:r>
            <a:r>
              <a:rPr lang="en-US" altLang="zh-TW" sz="2400" dirty="0" err="1"/>
              <a:t>yahboom</a:t>
            </a:r>
            <a:endParaRPr lang="en-US" altLang="zh-TW" sz="2400" dirty="0"/>
          </a:p>
          <a:p>
            <a:r>
              <a:rPr lang="en-US" altLang="zh-TW" sz="2400" dirty="0">
                <a:highlight>
                  <a:srgbClr val="FFFF00"/>
                </a:highlight>
              </a:rPr>
              <a:t>Make sure your network is in the same domain as the robot</a:t>
            </a:r>
          </a:p>
          <a:p>
            <a:endParaRPr lang="en-US" altLang="zh-TW" sz="2400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0537096E-8161-3E21-2981-81C9093B86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AB5F8B04-A8D0-65F9-9CEB-471FB92823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513853"/>
            <a:ext cx="6009366" cy="583457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" name="群組 3">
            <a:extLst>
              <a:ext uri="{FF2B5EF4-FFF2-40B4-BE49-F238E27FC236}">
                <a16:creationId xmlns:a16="http://schemas.microsoft.com/office/drawing/2014/main" id="{056F258A-CC8A-8827-B265-B6FE89E20EE4}"/>
              </a:ext>
            </a:extLst>
          </p:cNvPr>
          <p:cNvGrpSpPr/>
          <p:nvPr/>
        </p:nvGrpSpPr>
        <p:grpSpPr>
          <a:xfrm>
            <a:off x="6335474" y="1647020"/>
            <a:ext cx="5109361" cy="3563323"/>
            <a:chOff x="6259168" y="1647338"/>
            <a:chExt cx="5109361" cy="3563323"/>
          </a:xfrm>
        </p:grpSpPr>
        <p:pic>
          <p:nvPicPr>
            <p:cNvPr id="7" name="圖片 6" descr="一張含有 機器, 室內 的圖片&#10;&#10;AI 產生的內容可能不正確。">
              <a:extLst>
                <a:ext uri="{FF2B5EF4-FFF2-40B4-BE49-F238E27FC236}">
                  <a16:creationId xmlns:a16="http://schemas.microsoft.com/office/drawing/2014/main" id="{F0622E4C-3936-9704-777A-6FA7A34458C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835" t="21133" r="8663" b="9589"/>
            <a:stretch/>
          </p:blipFill>
          <p:spPr>
            <a:xfrm rot="10800000">
              <a:off x="6259168" y="1647338"/>
              <a:ext cx="5109361" cy="3563323"/>
            </a:xfrm>
            <a:prstGeom prst="rect">
              <a:avLst/>
            </a:prstGeom>
          </p:spPr>
        </p:pic>
        <p:sp>
          <p:nvSpPr>
            <p:cNvPr id="9" name="橢圓 8">
              <a:extLst>
                <a:ext uri="{FF2B5EF4-FFF2-40B4-BE49-F238E27FC236}">
                  <a16:creationId xmlns:a16="http://schemas.microsoft.com/office/drawing/2014/main" id="{51B29905-D08E-96ED-AD97-2821756C996E}"/>
                </a:ext>
              </a:extLst>
            </p:cNvPr>
            <p:cNvSpPr/>
            <p:nvPr/>
          </p:nvSpPr>
          <p:spPr>
            <a:xfrm>
              <a:off x="7300421" y="3112655"/>
              <a:ext cx="559724" cy="397162"/>
            </a:xfrm>
            <a:prstGeom prst="ellipse">
              <a:avLst/>
            </a:prstGeom>
            <a:no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1" name="文字方塊 10">
              <a:extLst>
                <a:ext uri="{FF2B5EF4-FFF2-40B4-BE49-F238E27FC236}">
                  <a16:creationId xmlns:a16="http://schemas.microsoft.com/office/drawing/2014/main" id="{FD09786B-E8C4-906E-E5FB-2529756C143C}"/>
                </a:ext>
              </a:extLst>
            </p:cNvPr>
            <p:cNvSpPr txBox="1"/>
            <p:nvPr/>
          </p:nvSpPr>
          <p:spPr>
            <a:xfrm>
              <a:off x="6774873" y="3059667"/>
              <a:ext cx="76661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>
                  <a:highlight>
                    <a:srgbClr val="FFFF00"/>
                  </a:highlight>
                </a:rPr>
                <a:t>IP</a:t>
              </a:r>
              <a:endParaRPr lang="zh-TW" altLang="en-US" dirty="0">
                <a:highlight>
                  <a:srgbClr val="FFFF00"/>
                </a:highlight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671420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47942995-B07F-4636-9A06-C6A104B260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3F53CCF9-825D-5B20-A91D-263B99FDDC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3810" y="2960716"/>
            <a:ext cx="4036334" cy="238760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R="0"/>
            <a:r>
              <a:rPr lang="en-US" altLang="zh-TW" sz="5400" b="0" i="0" u="none" strike="noStrike" kern="1200" baseline="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Python Code to Control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32D8612-31EB-44CF-A1D0-14FD4C7054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984992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F19A4A0F-1B59-4DB0-9764-D10936E98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8" name="Rectangle 27">
            <a:extLst>
              <a:ext uri="{FF2B5EF4-FFF2-40B4-BE49-F238E27FC236}">
                <a16:creationId xmlns:a16="http://schemas.microsoft.com/office/drawing/2014/main" id="{B81933D1-5615-42C7-9C0B-4EB7105CCE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391886"/>
            <a:ext cx="6009366" cy="601707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圖片 3" descr="一張含有 文字, 螢幕擷取畫面, 字型 的圖片&#10;&#10;AI 產生的內容可能不正確。">
            <a:extLst>
              <a:ext uri="{FF2B5EF4-FFF2-40B4-BE49-F238E27FC236}">
                <a16:creationId xmlns:a16="http://schemas.microsoft.com/office/drawing/2014/main" id="{5E048E5E-C005-5A69-3E9B-2E49AE8671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8068" y="666728"/>
            <a:ext cx="5424849" cy="5465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95448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~present</Template>
  <TotalTime>139</TotalTime>
  <Words>70</Words>
  <Application>Microsoft Office PowerPoint</Application>
  <PresentationFormat>寬螢幕</PresentationFormat>
  <Paragraphs>18</Paragraphs>
  <Slides>5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5</vt:i4>
      </vt:variant>
    </vt:vector>
  </HeadingPairs>
  <TitlesOfParts>
    <vt:vector size="11" baseType="lpstr">
      <vt:lpstr>Aptos</vt:lpstr>
      <vt:lpstr>Aptos Display</vt:lpstr>
      <vt:lpstr>Arial</vt:lpstr>
      <vt:lpstr>Cambria</vt:lpstr>
      <vt:lpstr>Times New Roman</vt:lpstr>
      <vt:lpstr>Office 佈景主題</vt:lpstr>
      <vt:lpstr>DOGZILLA</vt:lpstr>
      <vt:lpstr>Outline</vt:lpstr>
      <vt:lpstr>Boot</vt:lpstr>
      <vt:lpstr>SSH Remote Control</vt:lpstr>
      <vt:lpstr>Python Code to Control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an75xauz@gmail.com</dc:creator>
  <cp:lastModifiedBy>an75xauz@gmail.com</cp:lastModifiedBy>
  <cp:revision>15</cp:revision>
  <dcterms:created xsi:type="dcterms:W3CDTF">2025-03-11T07:51:51Z</dcterms:created>
  <dcterms:modified xsi:type="dcterms:W3CDTF">2025-08-26T06:38:21Z</dcterms:modified>
</cp:coreProperties>
</file>